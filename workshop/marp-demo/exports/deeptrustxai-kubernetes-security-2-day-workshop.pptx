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9b82973f5e4c9d" /><Relationship Type="http://schemas.openxmlformats.org/officeDocument/2006/relationships/extended-properties" Target="/docProps/app.xml" Id="Rd3daeaea52424bb3" /><Relationship Type="http://schemas.openxmlformats.org/officeDocument/2006/relationships/officeDocument" Target="/ppt/presentation.xml" Id="R196151994022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f621510684aa4"/>
  </p:sldMasterIdLst>
  <p:notesMasterIdLst>
    <p:notesMasterId xmlns:r="http://schemas.openxmlformats.org/officeDocument/2006/relationships" r:id="R5a43b94a37f74622"/>
  </p:notesMasterIdLst>
  <p:sldIdLst>
    <p:sldId xmlns:r="http://schemas.openxmlformats.org/officeDocument/2006/relationships" id="256" r:id="R5100955d65954052"/>
    <p:sldId xmlns:r="http://schemas.openxmlformats.org/officeDocument/2006/relationships" id="257" r:id="R290e56a2e9314044"/>
    <p:sldId xmlns:r="http://schemas.openxmlformats.org/officeDocument/2006/relationships" id="258" r:id="R93e7e9d02d4d48f3"/>
    <p:sldId xmlns:r="http://schemas.openxmlformats.org/officeDocument/2006/relationships" id="259" r:id="R32c1ab91370847d0"/>
    <p:sldId xmlns:r="http://schemas.openxmlformats.org/officeDocument/2006/relationships" id="260" r:id="R321400d74dde4e9b"/>
    <p:sldId xmlns:r="http://schemas.openxmlformats.org/officeDocument/2006/relationships" id="261" r:id="R8fa5aa9a5dee4a47"/>
    <p:sldId xmlns:r="http://schemas.openxmlformats.org/officeDocument/2006/relationships" id="262" r:id="Rebb0095eac2f4675"/>
    <p:sldId xmlns:r="http://schemas.openxmlformats.org/officeDocument/2006/relationships" id="263" r:id="R31b2ecda52774261"/>
    <p:sldId xmlns:r="http://schemas.openxmlformats.org/officeDocument/2006/relationships" id="264" r:id="R036c2da0bd9241fe"/>
    <p:sldId xmlns:r="http://schemas.openxmlformats.org/officeDocument/2006/relationships" id="265" r:id="Rbc475fe767ce4200"/>
    <p:sldId xmlns:r="http://schemas.openxmlformats.org/officeDocument/2006/relationships" id="266" r:id="R642239fea0d34f56"/>
    <p:sldId xmlns:r="http://schemas.openxmlformats.org/officeDocument/2006/relationships" id="267" r:id="Rfc38aa4ba7ff4566"/>
    <p:sldId xmlns:r="http://schemas.openxmlformats.org/officeDocument/2006/relationships" id="268" r:id="R90ff42693e1a4c97"/>
    <p:sldId xmlns:r="http://schemas.openxmlformats.org/officeDocument/2006/relationships" id="269" r:id="R31ac978ac6e04264"/>
    <p:sldId xmlns:r="http://schemas.openxmlformats.org/officeDocument/2006/relationships" id="270" r:id="R3605368d25a44895"/>
    <p:sldId xmlns:r="http://schemas.openxmlformats.org/officeDocument/2006/relationships" id="271" r:id="R754286316b3d454e"/>
    <p:sldId xmlns:r="http://schemas.openxmlformats.org/officeDocument/2006/relationships" id="272" r:id="Rb2ccaf27c9f442ef"/>
    <p:sldId xmlns:r="http://schemas.openxmlformats.org/officeDocument/2006/relationships" id="273" r:id="R85e3c2cee6eb4e98"/>
    <p:sldId xmlns:r="http://schemas.openxmlformats.org/officeDocument/2006/relationships" id="274" r:id="R7322415141b041b9"/>
    <p:sldId xmlns:r="http://schemas.openxmlformats.org/officeDocument/2006/relationships" id="275" r:id="R4d83580ab4264024"/>
    <p:sldId xmlns:r="http://schemas.openxmlformats.org/officeDocument/2006/relationships" id="276" r:id="R306448933ed04506"/>
    <p:sldId xmlns:r="http://schemas.openxmlformats.org/officeDocument/2006/relationships" id="277" r:id="R5ae77d73fda8482d"/>
    <p:sldId xmlns:r="http://schemas.openxmlformats.org/officeDocument/2006/relationships" id="278" r:id="Rd6f99d7e1af9438a"/>
    <p:sldId xmlns:r="http://schemas.openxmlformats.org/officeDocument/2006/relationships" id="279" r:id="R8cc8b3a90cb34fd5"/>
    <p:sldId xmlns:r="http://schemas.openxmlformats.org/officeDocument/2006/relationships" id="280" r:id="R923d358c43204c92"/>
    <p:sldId xmlns:r="http://schemas.openxmlformats.org/officeDocument/2006/relationships" id="281" r:id="Rc2a35163cfa4426f"/>
    <p:sldId xmlns:r="http://schemas.openxmlformats.org/officeDocument/2006/relationships" id="282" r:id="R4cc0b2c017c847e7"/>
    <p:sldId xmlns:r="http://schemas.openxmlformats.org/officeDocument/2006/relationships" id="283" r:id="R1b02b8c6f4894ddf"/>
    <p:sldId xmlns:r="http://schemas.openxmlformats.org/officeDocument/2006/relationships" id="284" r:id="Reb0cbb6bdaaf4789"/>
    <p:sldId xmlns:r="http://schemas.openxmlformats.org/officeDocument/2006/relationships" id="285" r:id="Rb16abb7bfaac4c6d"/>
    <p:sldId xmlns:r="http://schemas.openxmlformats.org/officeDocument/2006/relationships" id="286" r:id="R4faba3ef4d32417d"/>
    <p:sldId xmlns:r="http://schemas.openxmlformats.org/officeDocument/2006/relationships" id="287" r:id="R7518c8be170a46bb"/>
    <p:sldId xmlns:r="http://schemas.openxmlformats.org/officeDocument/2006/relationships" id="288" r:id="Rc8c4452763e04eab"/>
    <p:sldId xmlns:r="http://schemas.openxmlformats.org/officeDocument/2006/relationships" id="289" r:id="R1dd06479ffed4975"/>
    <p:sldId xmlns:r="http://schemas.openxmlformats.org/officeDocument/2006/relationships" id="290" r:id="Rfa6ccacdf7d1443f"/>
    <p:sldId xmlns:r="http://schemas.openxmlformats.org/officeDocument/2006/relationships" id="291" r:id="Ra5805493d9ac43d5"/>
    <p:sldId xmlns:r="http://schemas.openxmlformats.org/officeDocument/2006/relationships" id="292" r:id="Raf004d90080140c3"/>
    <p:sldId xmlns:r="http://schemas.openxmlformats.org/officeDocument/2006/relationships" id="293" r:id="R1ebd64bb88114e79"/>
    <p:sldId xmlns:r="http://schemas.openxmlformats.org/officeDocument/2006/relationships" id="294" r:id="R4a9ad065ef374bfd"/>
    <p:sldId xmlns:r="http://schemas.openxmlformats.org/officeDocument/2006/relationships" id="295" r:id="R40f96416a2ae40c1"/>
    <p:sldId xmlns:r="http://schemas.openxmlformats.org/officeDocument/2006/relationships" id="296" r:id="Rb331a449123b49b9"/>
    <p:sldId xmlns:r="http://schemas.openxmlformats.org/officeDocument/2006/relationships" id="297" r:id="R8dc5a0997fc841b3"/>
    <p:sldId xmlns:r="http://schemas.openxmlformats.org/officeDocument/2006/relationships" id="298" r:id="R3f5cf744f2a6496a"/>
    <p:sldId xmlns:r="http://schemas.openxmlformats.org/officeDocument/2006/relationships" id="299" r:id="Rd8960b4e6b9943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52ec15c844e68" /><Relationship Type="http://schemas.openxmlformats.org/officeDocument/2006/relationships/slideMaster" Target="/ppt/slideMasters/slideMaster1.xml" Id="R233f621510684aa4" /><Relationship Type="http://schemas.openxmlformats.org/officeDocument/2006/relationships/notesMaster" Target="/ppt/notesMasters/notesMaster1.xml" Id="R5a43b94a37f74622" /><Relationship Type="http://schemas.openxmlformats.org/officeDocument/2006/relationships/presProps" Target="/ppt/presProps.xml" Id="Re2efca8dc02d4da6" /><Relationship Type="http://schemas.openxmlformats.org/officeDocument/2006/relationships/tableStyles" Target="/ppt/tableStyles.xml" Id="Rab9826aeebd845c8" /><Relationship Type="http://schemas.openxmlformats.org/officeDocument/2006/relationships/slide" Target="/ppt/slides/slide1.xml" Id="R5100955d65954052" /><Relationship Type="http://schemas.openxmlformats.org/officeDocument/2006/relationships/slide" Target="/ppt/slides/slide2.xml" Id="R290e56a2e9314044" /><Relationship Type="http://schemas.openxmlformats.org/officeDocument/2006/relationships/slide" Target="/ppt/slides/slide3.xml" Id="R93e7e9d02d4d48f3" /><Relationship Type="http://schemas.openxmlformats.org/officeDocument/2006/relationships/slide" Target="/ppt/slides/slide4.xml" Id="R32c1ab91370847d0" /><Relationship Type="http://schemas.openxmlformats.org/officeDocument/2006/relationships/slide" Target="/ppt/slides/slide5.xml" Id="R321400d74dde4e9b" /><Relationship Type="http://schemas.openxmlformats.org/officeDocument/2006/relationships/slide" Target="/ppt/slides/slide6.xml" Id="R8fa5aa9a5dee4a47" /><Relationship Type="http://schemas.openxmlformats.org/officeDocument/2006/relationships/slide" Target="/ppt/slides/slide7.xml" Id="Rebb0095eac2f4675" /><Relationship Type="http://schemas.openxmlformats.org/officeDocument/2006/relationships/slide" Target="/ppt/slides/slide8.xml" Id="R31b2ecda52774261" /><Relationship Type="http://schemas.openxmlformats.org/officeDocument/2006/relationships/slide" Target="/ppt/slides/slide9.xml" Id="R036c2da0bd9241fe" /><Relationship Type="http://schemas.openxmlformats.org/officeDocument/2006/relationships/slide" Target="/ppt/slides/slide10.xml" Id="Rbc475fe767ce4200" /><Relationship Type="http://schemas.openxmlformats.org/officeDocument/2006/relationships/slide" Target="/ppt/slides/slide11.xml" Id="R642239fea0d34f56" /><Relationship Type="http://schemas.openxmlformats.org/officeDocument/2006/relationships/slide" Target="/ppt/slides/slide12.xml" Id="Rfc38aa4ba7ff4566" /><Relationship Type="http://schemas.openxmlformats.org/officeDocument/2006/relationships/slide" Target="/ppt/slides/slide13.xml" Id="R90ff42693e1a4c97" /><Relationship Type="http://schemas.openxmlformats.org/officeDocument/2006/relationships/slide" Target="/ppt/slides/slide14.xml" Id="R31ac978ac6e04264" /><Relationship Type="http://schemas.openxmlformats.org/officeDocument/2006/relationships/slide" Target="/ppt/slides/slide15.xml" Id="R3605368d25a44895" /><Relationship Type="http://schemas.openxmlformats.org/officeDocument/2006/relationships/slide" Target="/ppt/slides/slide16.xml" Id="R754286316b3d454e" /><Relationship Type="http://schemas.openxmlformats.org/officeDocument/2006/relationships/slide" Target="/ppt/slides/slide17.xml" Id="Rb2ccaf27c9f442ef" /><Relationship Type="http://schemas.openxmlformats.org/officeDocument/2006/relationships/slide" Target="/ppt/slides/slide18.xml" Id="R85e3c2cee6eb4e98" /><Relationship Type="http://schemas.openxmlformats.org/officeDocument/2006/relationships/slide" Target="/ppt/slides/slide19.xml" Id="R7322415141b041b9" /><Relationship Type="http://schemas.openxmlformats.org/officeDocument/2006/relationships/slide" Target="/ppt/slides/slide20.xml" Id="R4d83580ab4264024" /><Relationship Type="http://schemas.openxmlformats.org/officeDocument/2006/relationships/slide" Target="/ppt/slides/slide21.xml" Id="R306448933ed04506" /><Relationship Type="http://schemas.openxmlformats.org/officeDocument/2006/relationships/slide" Target="/ppt/slides/slide22.xml" Id="R5ae77d73fda8482d" /><Relationship Type="http://schemas.openxmlformats.org/officeDocument/2006/relationships/slide" Target="/ppt/slides/slide23.xml" Id="Rd6f99d7e1af9438a" /><Relationship Type="http://schemas.openxmlformats.org/officeDocument/2006/relationships/slide" Target="/ppt/slides/slide24.xml" Id="R8cc8b3a90cb34fd5" /><Relationship Type="http://schemas.openxmlformats.org/officeDocument/2006/relationships/slide" Target="/ppt/slides/slide25.xml" Id="R923d358c43204c92" /><Relationship Type="http://schemas.openxmlformats.org/officeDocument/2006/relationships/slide" Target="/ppt/slides/slide26.xml" Id="Rc2a35163cfa4426f" /><Relationship Type="http://schemas.openxmlformats.org/officeDocument/2006/relationships/slide" Target="/ppt/slides/slide27.xml" Id="R4cc0b2c017c847e7" /><Relationship Type="http://schemas.openxmlformats.org/officeDocument/2006/relationships/slide" Target="/ppt/slides/slide28.xml" Id="R1b02b8c6f4894ddf" /><Relationship Type="http://schemas.openxmlformats.org/officeDocument/2006/relationships/slide" Target="/ppt/slides/slide29.xml" Id="Reb0cbb6bdaaf4789" /><Relationship Type="http://schemas.openxmlformats.org/officeDocument/2006/relationships/slide" Target="/ppt/slides/slide30.xml" Id="Rb16abb7bfaac4c6d" /><Relationship Type="http://schemas.openxmlformats.org/officeDocument/2006/relationships/slide" Target="/ppt/slides/slide31.xml" Id="R4faba3ef4d32417d" /><Relationship Type="http://schemas.openxmlformats.org/officeDocument/2006/relationships/slide" Target="/ppt/slides/slide32.xml" Id="R7518c8be170a46bb" /><Relationship Type="http://schemas.openxmlformats.org/officeDocument/2006/relationships/slide" Target="/ppt/slides/slide33.xml" Id="Rc8c4452763e04eab" /><Relationship Type="http://schemas.openxmlformats.org/officeDocument/2006/relationships/slide" Target="/ppt/slides/slide34.xml" Id="R1dd06479ffed4975" /><Relationship Type="http://schemas.openxmlformats.org/officeDocument/2006/relationships/slide" Target="/ppt/slides/slide35.xml" Id="Rfa6ccacdf7d1443f" /><Relationship Type="http://schemas.openxmlformats.org/officeDocument/2006/relationships/slide" Target="/ppt/slides/slide36.xml" Id="Ra5805493d9ac43d5" /><Relationship Type="http://schemas.openxmlformats.org/officeDocument/2006/relationships/slide" Target="/ppt/slides/slide37.xml" Id="Raf004d90080140c3" /><Relationship Type="http://schemas.openxmlformats.org/officeDocument/2006/relationships/slide" Target="/ppt/slides/slide38.xml" Id="R1ebd64bb88114e79" /><Relationship Type="http://schemas.openxmlformats.org/officeDocument/2006/relationships/slide" Target="/ppt/slides/slide39.xml" Id="R4a9ad065ef374bfd" /><Relationship Type="http://schemas.openxmlformats.org/officeDocument/2006/relationships/slide" Target="/ppt/slides/slide40.xml" Id="R40f96416a2ae40c1" /><Relationship Type="http://schemas.openxmlformats.org/officeDocument/2006/relationships/slide" Target="/ppt/slides/slide41.xml" Id="Rb331a449123b49b9" /><Relationship Type="http://schemas.openxmlformats.org/officeDocument/2006/relationships/slide" Target="/ppt/slides/slide42.xml" Id="R8dc5a0997fc841b3" /><Relationship Type="http://schemas.openxmlformats.org/officeDocument/2006/relationships/slide" Target="/ppt/slides/slide43.xml" Id="R3f5cf744f2a6496a" /><Relationship Type="http://schemas.openxmlformats.org/officeDocument/2006/relationships/slide" Target="/ppt/slides/slide44.xml" Id="Rd8960b4e6b99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986b5c7e7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5c87199e84422" /><Relationship Type="http://schemas.openxmlformats.org/officeDocument/2006/relationships/notesMaster" Target="/ppt/notesMasters/notesMaster1.xml" Id="R5df2d050ee26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c02b60c5d34a7b" /><Relationship Type="http://schemas.openxmlformats.org/officeDocument/2006/relationships/notesMaster" Target="/ppt/notesMasters/notesMaster1.xml" Id="R02efc14e8b5b47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f97ecba6954a91" /><Relationship Type="http://schemas.openxmlformats.org/officeDocument/2006/relationships/notesMaster" Target="/ppt/notesMasters/notesMaster1.xml" Id="R0c6ddcc7d22f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ad44d7795e4e56" /><Relationship Type="http://schemas.openxmlformats.org/officeDocument/2006/relationships/notesMaster" Target="/ppt/notesMasters/notesMaster1.xml" Id="Rb8e3e066dcc340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33cc127fb94328" /><Relationship Type="http://schemas.openxmlformats.org/officeDocument/2006/relationships/notesMaster" Target="/ppt/notesMasters/notesMaster1.xml" Id="Rb1e9997fe71c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21369274634471" /><Relationship Type="http://schemas.openxmlformats.org/officeDocument/2006/relationships/notesMaster" Target="/ppt/notesMasters/notesMaster1.xml" Id="R0810bcb41039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9128207f54452" /><Relationship Type="http://schemas.openxmlformats.org/officeDocument/2006/relationships/notesMaster" Target="/ppt/notesMasters/notesMaster1.xml" Id="R93df591ab69c4e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359d9377342da" /><Relationship Type="http://schemas.openxmlformats.org/officeDocument/2006/relationships/notesMaster" Target="/ppt/notesMasters/notesMaster1.xml" Id="R9ab0677b33a84c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1b25c3d67f452d" /><Relationship Type="http://schemas.openxmlformats.org/officeDocument/2006/relationships/notesMaster" Target="/ppt/notesMasters/notesMaster1.xml" Id="Rbb16cc7f27fc41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6a02cb62cf4f7a" /><Relationship Type="http://schemas.openxmlformats.org/officeDocument/2006/relationships/notesMaster" Target="/ppt/notesMasters/notesMaster1.xml" Id="R9b0c0161edbe4a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fb7c1bf5a248d1" /><Relationship Type="http://schemas.openxmlformats.org/officeDocument/2006/relationships/notesMaster" Target="/ppt/notesMasters/notesMaster1.xml" Id="Re1d4e18c03bd49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f210df75b949c0" /><Relationship Type="http://schemas.openxmlformats.org/officeDocument/2006/relationships/notesMaster" Target="/ppt/notesMasters/notesMaster1.xml" Id="R268e275d0e514a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7775d4a75c4578" /><Relationship Type="http://schemas.openxmlformats.org/officeDocument/2006/relationships/notesMaster" Target="/ppt/notesMasters/notesMaster1.xml" Id="R182e1412c70546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2169e6fd224dbb" /><Relationship Type="http://schemas.openxmlformats.org/officeDocument/2006/relationships/notesMaster" Target="/ppt/notesMasters/notesMaster1.xml" Id="Rf688ba08032c4f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c9c19811f34ef9" /><Relationship Type="http://schemas.openxmlformats.org/officeDocument/2006/relationships/notesMaster" Target="/ppt/notesMasters/notesMaster1.xml" Id="Reff087e0ac594a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b2983f53284ea5" /><Relationship Type="http://schemas.openxmlformats.org/officeDocument/2006/relationships/notesMaster" Target="/ppt/notesMasters/notesMaster1.xml" Id="Rbfd99440424741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6df17678d4406e" /><Relationship Type="http://schemas.openxmlformats.org/officeDocument/2006/relationships/notesMaster" Target="/ppt/notesMasters/notesMaster1.xml" Id="R99cd08abf5ed43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46f78af4084b4c" /><Relationship Type="http://schemas.openxmlformats.org/officeDocument/2006/relationships/notesMaster" Target="/ppt/notesMasters/notesMaster1.xml" Id="R2c74bcd9314b4a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5c7e4a93684411" /><Relationship Type="http://schemas.openxmlformats.org/officeDocument/2006/relationships/notesMaster" Target="/ppt/notesMasters/notesMaster1.xml" Id="Rb630b46217a444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ec0ba4e4f94b2e" /><Relationship Type="http://schemas.openxmlformats.org/officeDocument/2006/relationships/notesMaster" Target="/ppt/notesMasters/notesMaster1.xml" Id="R3d34cc5602c643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c73a7bb1314a62" /><Relationship Type="http://schemas.openxmlformats.org/officeDocument/2006/relationships/notesMaster" Target="/ppt/notesMasters/notesMaster1.xml" Id="Rea5521f7788e48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55a09d064a4543" /><Relationship Type="http://schemas.openxmlformats.org/officeDocument/2006/relationships/notesMaster" Target="/ppt/notesMasters/notesMaster1.xml" Id="R0028cc73444540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054622d0c748ca" /><Relationship Type="http://schemas.openxmlformats.org/officeDocument/2006/relationships/notesMaster" Target="/ppt/notesMasters/notesMaster1.xml" Id="Rf22db37346564a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3322ea6ab34284" /><Relationship Type="http://schemas.openxmlformats.org/officeDocument/2006/relationships/notesMaster" Target="/ppt/notesMasters/notesMaster1.xml" Id="R875e4f5a9b9340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7edf8726864d9f" /><Relationship Type="http://schemas.openxmlformats.org/officeDocument/2006/relationships/notesMaster" Target="/ppt/notesMasters/notesMaster1.xml" Id="Rbef31434f88344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22f443eef44863" /><Relationship Type="http://schemas.openxmlformats.org/officeDocument/2006/relationships/notesMaster" Target="/ppt/notesMasters/notesMaster1.xml" Id="R6d69cd034e93418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128975ea4f445c" /><Relationship Type="http://schemas.openxmlformats.org/officeDocument/2006/relationships/notesMaster" Target="/ppt/notesMasters/notesMaster1.xml" Id="R9aa42f2d5cee42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03bc63b0374819" /><Relationship Type="http://schemas.openxmlformats.org/officeDocument/2006/relationships/notesMaster" Target="/ppt/notesMasters/notesMaster1.xml" Id="Rc662e797e07644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aa45d8b0e2440f" /><Relationship Type="http://schemas.openxmlformats.org/officeDocument/2006/relationships/notesMaster" Target="/ppt/notesMasters/notesMaster1.xml" Id="Rc6d5283f5ad34b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ddcc0d4528d433a" /><Relationship Type="http://schemas.openxmlformats.org/officeDocument/2006/relationships/notesMaster" Target="/ppt/notesMasters/notesMaster1.xml" Id="R16a60c70d56040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c544de70ed4475" /><Relationship Type="http://schemas.openxmlformats.org/officeDocument/2006/relationships/notesMaster" Target="/ppt/notesMasters/notesMaster1.xml" Id="Rcb8900235add4c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5c6f8e0e88497c" /><Relationship Type="http://schemas.openxmlformats.org/officeDocument/2006/relationships/notesMaster" Target="/ppt/notesMasters/notesMaster1.xml" Id="R48708a61c4f041e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a38457d1ae4806" /><Relationship Type="http://schemas.openxmlformats.org/officeDocument/2006/relationships/notesMaster" Target="/ppt/notesMasters/notesMaster1.xml" Id="R32150a12a5df459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28d0f88f7c04742" /><Relationship Type="http://schemas.openxmlformats.org/officeDocument/2006/relationships/notesMaster" Target="/ppt/notesMasters/notesMaster1.xml" Id="R1a1c80736ef44d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ee85ddd9c245b3" /><Relationship Type="http://schemas.openxmlformats.org/officeDocument/2006/relationships/notesMaster" Target="/ppt/notesMasters/notesMaster1.xml" Id="R0ed514fa60044b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11303e66f0d4fbd" /><Relationship Type="http://schemas.openxmlformats.org/officeDocument/2006/relationships/notesMaster" Target="/ppt/notesMasters/notesMaster1.xml" Id="R840258f534fa44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5f7359096d418e" /><Relationship Type="http://schemas.openxmlformats.org/officeDocument/2006/relationships/notesMaster" Target="/ppt/notesMasters/notesMaster1.xml" Id="R44f4815918f44f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ca56f93017e47d8" /><Relationship Type="http://schemas.openxmlformats.org/officeDocument/2006/relationships/notesMaster" Target="/ppt/notesMasters/notesMaster1.xml" Id="R374c1d4b755945f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923acd5047c40fc" /><Relationship Type="http://schemas.openxmlformats.org/officeDocument/2006/relationships/notesMaster" Target="/ppt/notesMasters/notesMaster1.xml" Id="R24708729be62403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23801514c74b65" /><Relationship Type="http://schemas.openxmlformats.org/officeDocument/2006/relationships/notesMaster" Target="/ppt/notesMasters/notesMaster1.xml" Id="Rf43552976e614c8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8fef3a17c3d4056" /><Relationship Type="http://schemas.openxmlformats.org/officeDocument/2006/relationships/notesMaster" Target="/ppt/notesMasters/notesMaster1.xml" Id="R2e470e0c40d84f5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90f0f73de6e490d" /><Relationship Type="http://schemas.openxmlformats.org/officeDocument/2006/relationships/notesMaster" Target="/ppt/notesMasters/notesMaster1.xml" Id="Rf03cb02ee25941b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fd420fc3ffc4216" /><Relationship Type="http://schemas.openxmlformats.org/officeDocument/2006/relationships/notesMaster" Target="/ppt/notesMasters/notesMaster1.xml" Id="R7e8c9da752c444d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117778481ff4dd5" /><Relationship Type="http://schemas.openxmlformats.org/officeDocument/2006/relationships/notesMaster" Target="/ppt/notesMasters/notesMaster1.xml" Id="R42f0050230774d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c38393642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24b0926f04dea" /><Relationship Type="http://schemas.openxmlformats.org/officeDocument/2006/relationships/slideLayout" Target="/ppt/slideLayouts/slideLayout1.xml" Id="Rfd5189f58f4b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5189f58f4b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4c946fce420c" /><Relationship Type="http://schemas.openxmlformats.org/officeDocument/2006/relationships/image" Target="/ppt/media/image.png" Id="R7abb55a324b04db2" /><Relationship Type="http://schemas.openxmlformats.org/officeDocument/2006/relationships/notesSlide" Target="/ppt/notesSlides/notesSlide1.xml" Id="Rb340038b1d96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c884c21d496e" /><Relationship Type="http://schemas.openxmlformats.org/officeDocument/2006/relationships/image" Target="/ppt/media/image2.png" Id="R1cd3eb0f84e54821" /><Relationship Type="http://schemas.openxmlformats.org/officeDocument/2006/relationships/notesSlide" Target="/ppt/notesSlides/notesSlide2.xml" Id="R8786f5bd2751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db09ae26a43c0" /><Relationship Type="http://schemas.openxmlformats.org/officeDocument/2006/relationships/image" Target="/ppt/media/image3.png" Id="R86a02ba833734fc1" /><Relationship Type="http://schemas.openxmlformats.org/officeDocument/2006/relationships/notesSlide" Target="/ppt/notesSlides/notesSlide3.xml" Id="R37f324b78bc6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0a53b7f5e4e63" /><Relationship Type="http://schemas.openxmlformats.org/officeDocument/2006/relationships/image" Target="/ppt/media/image4.png" Id="Re66c55ab82654bb4" /><Relationship Type="http://schemas.openxmlformats.org/officeDocument/2006/relationships/notesSlide" Target="/ppt/notesSlides/notesSlide4.xml" Id="R5f30f881196b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d06e7302b4327" /><Relationship Type="http://schemas.openxmlformats.org/officeDocument/2006/relationships/image" Target="/ppt/media/image5.png" Id="Rb924a043dd1645c8" /><Relationship Type="http://schemas.openxmlformats.org/officeDocument/2006/relationships/notesSlide" Target="/ppt/notesSlides/notesSlide5.xml" Id="Ref6c7fcbc261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3c4a177dc43f2" /><Relationship Type="http://schemas.openxmlformats.org/officeDocument/2006/relationships/image" Target="/ppt/media/image6.png" Id="R14ea70d85f444aaa" /><Relationship Type="http://schemas.openxmlformats.org/officeDocument/2006/relationships/notesSlide" Target="/ppt/notesSlides/notesSlide6.xml" Id="R77e59b513a5f43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eba0be7544b5e" /><Relationship Type="http://schemas.openxmlformats.org/officeDocument/2006/relationships/image" Target="/ppt/media/image7.png" Id="Rf64df4e27c314e19" /><Relationship Type="http://schemas.openxmlformats.org/officeDocument/2006/relationships/notesSlide" Target="/ppt/notesSlides/notesSlide7.xml" Id="Rd91e8bfd33d44a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7fcf6a3004d49" /><Relationship Type="http://schemas.openxmlformats.org/officeDocument/2006/relationships/image" Target="/ppt/media/image8.png" Id="R029d4aae080a40ca" /><Relationship Type="http://schemas.openxmlformats.org/officeDocument/2006/relationships/notesSlide" Target="/ppt/notesSlides/notesSlide8.xml" Id="R72cb05a08e7245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31e684fe941ad" /><Relationship Type="http://schemas.openxmlformats.org/officeDocument/2006/relationships/image" Target="/ppt/media/image9.png" Id="R164bcb953bd447d9" /><Relationship Type="http://schemas.openxmlformats.org/officeDocument/2006/relationships/notesSlide" Target="/ppt/notesSlides/notesSlide9.xml" Id="R8b1eff6afe264e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1192d23734dd8" /><Relationship Type="http://schemas.openxmlformats.org/officeDocument/2006/relationships/image" Target="/ppt/media/image10.png" Id="Rf1a057c31b074248" /><Relationship Type="http://schemas.openxmlformats.org/officeDocument/2006/relationships/notesSlide" Target="/ppt/notesSlides/notesSlide10.xml" Id="R2c02a4af44ac4a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d5ef0ea8942b7" /><Relationship Type="http://schemas.openxmlformats.org/officeDocument/2006/relationships/image" Target="/ppt/media/image11.png" Id="R4d63bee23f304a02" /><Relationship Type="http://schemas.openxmlformats.org/officeDocument/2006/relationships/notesSlide" Target="/ppt/notesSlides/notesSlide11.xml" Id="R3232d21d75174d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0e099797e4188" /><Relationship Type="http://schemas.openxmlformats.org/officeDocument/2006/relationships/image" Target="/ppt/media/image12.png" Id="R222208c410e2444a" /><Relationship Type="http://schemas.openxmlformats.org/officeDocument/2006/relationships/notesSlide" Target="/ppt/notesSlides/notesSlide12.xml" Id="Re21e8e64b0124a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fff0b6be84fe1" /><Relationship Type="http://schemas.openxmlformats.org/officeDocument/2006/relationships/image" Target="/ppt/media/image13.png" Id="Rdcb104e5abc7439c" /><Relationship Type="http://schemas.openxmlformats.org/officeDocument/2006/relationships/notesSlide" Target="/ppt/notesSlides/notesSlide13.xml" Id="R7efcc72e19e24e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2275cd62947fa" /><Relationship Type="http://schemas.openxmlformats.org/officeDocument/2006/relationships/image" Target="/ppt/media/image14.png" Id="Re94762c5a08a4a0b" /><Relationship Type="http://schemas.openxmlformats.org/officeDocument/2006/relationships/notesSlide" Target="/ppt/notesSlides/notesSlide14.xml" Id="Raec62a46e89e45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e604e18324cbf" /><Relationship Type="http://schemas.openxmlformats.org/officeDocument/2006/relationships/image" Target="/ppt/media/image15.png" Id="R25dd65f546134aab" /><Relationship Type="http://schemas.openxmlformats.org/officeDocument/2006/relationships/notesSlide" Target="/ppt/notesSlides/notesSlide15.xml" Id="R06513528c58a48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a1528a2304669" /><Relationship Type="http://schemas.openxmlformats.org/officeDocument/2006/relationships/image" Target="/ppt/media/image16.png" Id="R0e401ab053e941fc" /><Relationship Type="http://schemas.openxmlformats.org/officeDocument/2006/relationships/notesSlide" Target="/ppt/notesSlides/notesSlide16.xml" Id="R0295f4febcd144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a224318e840c4" /><Relationship Type="http://schemas.openxmlformats.org/officeDocument/2006/relationships/image" Target="/ppt/media/image17.png" Id="R507d3ee08e004260" /><Relationship Type="http://schemas.openxmlformats.org/officeDocument/2006/relationships/notesSlide" Target="/ppt/notesSlides/notesSlide17.xml" Id="R421ce3eafda64e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5b728ffef4930" /><Relationship Type="http://schemas.openxmlformats.org/officeDocument/2006/relationships/image" Target="/ppt/media/image18.png" Id="Rfa1cfc9425e6444a" /><Relationship Type="http://schemas.openxmlformats.org/officeDocument/2006/relationships/notesSlide" Target="/ppt/notesSlides/notesSlide18.xml" Id="Rcfe8d93e9b844b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c05a1b9694698" /><Relationship Type="http://schemas.openxmlformats.org/officeDocument/2006/relationships/image" Target="/ppt/media/image19.png" Id="R99aa039f507445b6" /><Relationship Type="http://schemas.openxmlformats.org/officeDocument/2006/relationships/notesSlide" Target="/ppt/notesSlides/notesSlide19.xml" Id="R6998ddd49a0543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6646bd6584844" /><Relationship Type="http://schemas.openxmlformats.org/officeDocument/2006/relationships/image" Target="/ppt/media/image20.png" Id="R7688641aa8cd40c3" /><Relationship Type="http://schemas.openxmlformats.org/officeDocument/2006/relationships/notesSlide" Target="/ppt/notesSlides/notesSlide20.xml" Id="Rda42cc5de8e84e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6d124a5314965" /><Relationship Type="http://schemas.openxmlformats.org/officeDocument/2006/relationships/image" Target="/ppt/media/image21.png" Id="R2414c164d221499d" /><Relationship Type="http://schemas.openxmlformats.org/officeDocument/2006/relationships/notesSlide" Target="/ppt/notesSlides/notesSlide21.xml" Id="Rfc71c65b410e4a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6d2c1b11403b" /><Relationship Type="http://schemas.openxmlformats.org/officeDocument/2006/relationships/image" Target="/ppt/media/image22.png" Id="R8faa6190b62042c4" /><Relationship Type="http://schemas.openxmlformats.org/officeDocument/2006/relationships/notesSlide" Target="/ppt/notesSlides/notesSlide22.xml" Id="R6daf966c17f74e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61a902a504c36" /><Relationship Type="http://schemas.openxmlformats.org/officeDocument/2006/relationships/image" Target="/ppt/media/image23.png" Id="R52c72bf7e810458c" /><Relationship Type="http://schemas.openxmlformats.org/officeDocument/2006/relationships/notesSlide" Target="/ppt/notesSlides/notesSlide23.xml" Id="Rb1b08385f1cc4b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e08dc8a8f47a9" /><Relationship Type="http://schemas.openxmlformats.org/officeDocument/2006/relationships/image" Target="/ppt/media/image24.png" Id="R6bcffa1bc8774407" /><Relationship Type="http://schemas.openxmlformats.org/officeDocument/2006/relationships/notesSlide" Target="/ppt/notesSlides/notesSlide24.xml" Id="R352ba9142c1f46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8e8c1a18349a4" /><Relationship Type="http://schemas.openxmlformats.org/officeDocument/2006/relationships/image" Target="/ppt/media/image25.png" Id="R6bcf5d64b08f4599" /><Relationship Type="http://schemas.openxmlformats.org/officeDocument/2006/relationships/notesSlide" Target="/ppt/notesSlides/notesSlide25.xml" Id="Ra80b14f57be44fc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f6b6b865648b0" /><Relationship Type="http://schemas.openxmlformats.org/officeDocument/2006/relationships/image" Target="/ppt/media/image26.png" Id="Rcb05ae28e3d54daf" /><Relationship Type="http://schemas.openxmlformats.org/officeDocument/2006/relationships/notesSlide" Target="/ppt/notesSlides/notesSlide26.xml" Id="Reaeab31701144a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78c596994157" /><Relationship Type="http://schemas.openxmlformats.org/officeDocument/2006/relationships/image" Target="/ppt/media/image27.png" Id="Re7918c7e883c4fe5" /><Relationship Type="http://schemas.openxmlformats.org/officeDocument/2006/relationships/notesSlide" Target="/ppt/notesSlides/notesSlide27.xml" Id="R85f12dbd7b6e4e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ab4da2a7743c3" /><Relationship Type="http://schemas.openxmlformats.org/officeDocument/2006/relationships/image" Target="/ppt/media/image28.png" Id="R626cd3a54b56442f" /><Relationship Type="http://schemas.openxmlformats.org/officeDocument/2006/relationships/notesSlide" Target="/ppt/notesSlides/notesSlide28.xml" Id="Rd21fb39587f54e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370aa81904d72" /><Relationship Type="http://schemas.openxmlformats.org/officeDocument/2006/relationships/image" Target="/ppt/media/image29.png" Id="R429a4169ca9c4b58" /><Relationship Type="http://schemas.openxmlformats.org/officeDocument/2006/relationships/notesSlide" Target="/ppt/notesSlides/notesSlide29.xml" Id="R69538ead239744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a3975a7c54525" /><Relationship Type="http://schemas.openxmlformats.org/officeDocument/2006/relationships/image" Target="/ppt/media/image30.png" Id="R86227a58ba334699" /><Relationship Type="http://schemas.openxmlformats.org/officeDocument/2006/relationships/notesSlide" Target="/ppt/notesSlides/notesSlide30.xml" Id="R4a607e9797694f9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5574348b6410d" /><Relationship Type="http://schemas.openxmlformats.org/officeDocument/2006/relationships/image" Target="/ppt/media/image31.png" Id="R3688581e79c8416d" /><Relationship Type="http://schemas.openxmlformats.org/officeDocument/2006/relationships/notesSlide" Target="/ppt/notesSlides/notesSlide31.xml" Id="Ree376a4826ad4f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6d03df64e4c68" /><Relationship Type="http://schemas.openxmlformats.org/officeDocument/2006/relationships/image" Target="/ppt/media/image32.png" Id="R0426b8778778458c" /><Relationship Type="http://schemas.openxmlformats.org/officeDocument/2006/relationships/notesSlide" Target="/ppt/notesSlides/notesSlide32.xml" Id="Rab30f1b0e37c41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485b9678b4a51" /><Relationship Type="http://schemas.openxmlformats.org/officeDocument/2006/relationships/image" Target="/ppt/media/image33.png" Id="Re8e87f18e3574085" /><Relationship Type="http://schemas.openxmlformats.org/officeDocument/2006/relationships/notesSlide" Target="/ppt/notesSlides/notesSlide33.xml" Id="R746397660de34a0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d0a0e75bd43c1" /><Relationship Type="http://schemas.openxmlformats.org/officeDocument/2006/relationships/image" Target="/ppt/media/image34.png" Id="Rce2fd2226bb0482c" /><Relationship Type="http://schemas.openxmlformats.org/officeDocument/2006/relationships/notesSlide" Target="/ppt/notesSlides/notesSlide34.xml" Id="R9d37cc2927ba4d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95008e1c04b9a" /><Relationship Type="http://schemas.openxmlformats.org/officeDocument/2006/relationships/image" Target="/ppt/media/image35.png" Id="R9a4ba83f92a748fc" /><Relationship Type="http://schemas.openxmlformats.org/officeDocument/2006/relationships/notesSlide" Target="/ppt/notesSlides/notesSlide35.xml" Id="Rb945b823f1084dd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90ec37a344875" /><Relationship Type="http://schemas.openxmlformats.org/officeDocument/2006/relationships/image" Target="/ppt/media/image36.png" Id="Rf873c94333d74079" /><Relationship Type="http://schemas.openxmlformats.org/officeDocument/2006/relationships/notesSlide" Target="/ppt/notesSlides/notesSlide36.xml" Id="Rc6ac154507bc45f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a0b14ee1c412b" /><Relationship Type="http://schemas.openxmlformats.org/officeDocument/2006/relationships/image" Target="/ppt/media/image37.png" Id="R2151bbc3078b4488" /><Relationship Type="http://schemas.openxmlformats.org/officeDocument/2006/relationships/notesSlide" Target="/ppt/notesSlides/notesSlide37.xml" Id="Re61438f1ff7f4c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025253574d0c" /><Relationship Type="http://schemas.openxmlformats.org/officeDocument/2006/relationships/image" Target="/ppt/media/image38.png" Id="R68327d4c210644e0" /><Relationship Type="http://schemas.openxmlformats.org/officeDocument/2006/relationships/notesSlide" Target="/ppt/notesSlides/notesSlide38.xml" Id="R30d0b1af69e3496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d2a278d36404a" /><Relationship Type="http://schemas.openxmlformats.org/officeDocument/2006/relationships/image" Target="/ppt/media/image39.png" Id="Rda8ecfa302dd464a" /><Relationship Type="http://schemas.openxmlformats.org/officeDocument/2006/relationships/notesSlide" Target="/ppt/notesSlides/notesSlide39.xml" Id="Rdd2e1d50e9b6414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6ea104df4a7c" /><Relationship Type="http://schemas.openxmlformats.org/officeDocument/2006/relationships/image" Target="/ppt/media/image40.png" Id="R6a5b55626ab94c23" /><Relationship Type="http://schemas.openxmlformats.org/officeDocument/2006/relationships/notesSlide" Target="/ppt/notesSlides/notesSlide40.xml" Id="R940eb6ac9a9c4a8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7c49c9f749c2" /><Relationship Type="http://schemas.openxmlformats.org/officeDocument/2006/relationships/image" Target="/ppt/media/image41.png" Id="R31118f4fd7024263" /><Relationship Type="http://schemas.openxmlformats.org/officeDocument/2006/relationships/notesSlide" Target="/ppt/notesSlides/notesSlide41.xml" Id="Rbbf5efff3cfd48b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b466201ea49d7" /><Relationship Type="http://schemas.openxmlformats.org/officeDocument/2006/relationships/image" Target="/ppt/media/image42.png" Id="R587db2753acb43b6" /><Relationship Type="http://schemas.openxmlformats.org/officeDocument/2006/relationships/notesSlide" Target="/ppt/notesSlides/notesSlide42.xml" Id="R07f2dd6e5f8541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f2d3804845be" /><Relationship Type="http://schemas.openxmlformats.org/officeDocument/2006/relationships/image" Target="/ppt/media/image43.png" Id="R369989a2ad454422" /><Relationship Type="http://schemas.openxmlformats.org/officeDocument/2006/relationships/notesSlide" Target="/ppt/notesSlides/notesSlide43.xml" Id="Rd6dbc7e284ca4cc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289013bb74c01" /><Relationship Type="http://schemas.openxmlformats.org/officeDocument/2006/relationships/image" Target="/ppt/media/image44.png" Id="Ra0a44cdd5eff4f17" /><Relationship Type="http://schemas.openxmlformats.org/officeDocument/2006/relationships/notesSlide" Target="/ppt/notesSlides/notesSlide44.xml" Id="R9b81bda12d5a40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78BE4-0BCD-44EF-8828-A6E2987F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DBAB7-EC01-4B78-98C6-A3CB49A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b55a324b04db2"/>
          <a:stretch xmlns:a="http://schemas.openxmlformats.org/drawingml/2006/main"/>
        </p:blipFill>
        <p:spPr>
          <a:xfrm xmlns:a="http://schemas.openxmlformats.org/drawingml/2006/main">
            <a:off x="628650" y="552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09FEB-4F4A-488A-BA79-ABCA097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7042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BA1DA-9479-4B5F-8CCD-F566C6FD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Kubernetes Security Foundations, Vulnerabilities and CloudGuard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15992-82AF-4F57-8E4E-B4A1E89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Separate two-day module-wise training programme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F3407-225D-422C-91B8-A83C59EF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Kubernetes basics first · Cluster attack paths second · Live scanning and GRC third</a:t>
            </a:r>
          </a:p>
        </p:txBody>
      </p:sp>
    </p:spTree>
    <p:extLst>
      <p:ext uri="{BB962C8B-B14F-4D97-AF65-F5344CB8AC3E}">
        <p14:creationId xmlns:p14="http://schemas.microsoft.com/office/powerpoint/2010/main" val="1868523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80F8F-E8DD-438B-8869-9C9126F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78ACC-C752-44A0-A2CA-4D72A7F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Two-Day Delivery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D9B26-7187-4E24-B322-964F065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77154-7820-4AE4-8162-C9EBA515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02 / 44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eb0f84e54821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76FEF-6A92-4E1F-A269-E2B7312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11AB3-2CC8-40CF-9257-B24A8E6C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E4792-1850-4AED-9621-D5F9D55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CF940-F707-4A02-8C14-16BD18CC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Day 1: Understand Kubernetes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A5F52-B7A1-4DC0-9F44-D50DF3BC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Containers, cluster architecture, objects, workloads, RBAC, namespaces, networking, storage, secrets, delivery and observability.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8F6BE-4874-447A-8497-BF822BC7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E74C7-DB02-4CFA-BB55-C905CE8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2D647-3C93-4EFF-A329-0F242C4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Day 2: Secure Kubernetes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18F5B-0048-4316-9B3B-B8B568F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How vulnerabilities enter, workload/node risk, RBAC/network/secret paths, supply chain, IaC drift, CloudGuard and capstone.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0C05D-F244-4505-97B3-8310BE0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D537D-1EBF-4581-90A7-229BCB9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8954E-88E9-475D-948E-EF1CA07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Container → Cluster → Workload → Identity → Network/Data → Vulnerability → Evidence → Remediation</a:t>
            </a:r>
          </a:p>
        </p:txBody>
      </p:sp>
    </p:spTree>
    <p:extLst>
      <p:ext uri="{BB962C8B-B14F-4D97-AF65-F5344CB8AC3E}">
        <p14:creationId xmlns:p14="http://schemas.microsoft.com/office/powerpoint/2010/main" val="58597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456C1-C8DE-4A2A-90FE-8D230FC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764A3-B9BB-412A-911C-E919FF0E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Prerequisites and 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A37B-E685-4709-AA46-CE86EFE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32478-595A-43A5-B5ED-D02F31B7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03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02ba833734fc1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3950B-5E67-4F16-A311-E821964A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DC729-DFDC-4889-B974-F6699C44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66FDA-6631-4BEA-B2EE-80BF321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Explain Kubernetes architecture and object relationships.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4B8CD-00FF-4CAC-B22A-3A9E18E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E0A6E-E449-4F99-B435-40BFEEE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Review workload, service-account, RBAC, network, storage and secret configuration.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ECBE2-4413-43E6-9869-197DF55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915B7-2B36-4E8F-991F-FEC480E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Recognize cluster vulnerability patterns and blast radius.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7501E-5DFC-4537-83B4-6FEEA17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FF1DA-4E08-4388-847D-D2DC5C2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Compare repository/IaC intent with live cluster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E26F8-0DFE-4FA9-A131-CFE07CF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8D627-4FB3-4CE4-B45C-9A83D579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Run CloudGuard’s kubeconfig-based scanner in an authorized cluster.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7949C-F380-415A-91EB-70D4868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B99EF-6D59-41C3-951B-A370F145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Map Kubernetes evidence to CISSP, CCSP and compliance controls.</a:t>
            </a:r>
          </a:p>
        </p:txBody>
      </p:sp>
    </p:spTree>
    <p:extLst>
      <p:ext uri="{BB962C8B-B14F-4D97-AF65-F5344CB8AC3E}">
        <p14:creationId xmlns:p14="http://schemas.microsoft.com/office/powerpoint/2010/main" val="475719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03D53A-003B-4D07-B01D-91FFB77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FE1AA-1DDE-4B6E-B86A-99B78C83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CISSP and CCSP Domain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E54DD-3080-4E9C-A54D-74BAB73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488CC-44A6-46DD-BF22-74ECA29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04 / 44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c55ab82654bb4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865B7-1A2A-47EE-9CA6-C02A745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7D3C-C3C4-40C6-ABC2-05BBF77F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12E80-D6C2-4BC2-8337-51CE595E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Kubernetes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E0CA6-5D53-4CEA-AF12-A0FCA892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C96BC-D8CD-491C-AEE4-C74048D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CISSP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0BCEF-1FA4-4CD8-9EFE-86E0884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110D2-0F20-4FC4-B168-0563236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CCSP 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3DBE7-2AFB-4015-9EB6-5971C94E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1EEB4-9FA9-4F13-968B-AFC15F4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Cluster architecture and isolation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F4E5D-91CB-404B-88EE-F25EDC29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FD435-120E-408F-99E3-7F108C0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D3 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00B42-A5A7-43F2-824E-29AFE059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A7D22-BB63-444D-A96F-E350203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D1 Concepts; D3 Infrastructure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188B6-ACD4-41AA-8B72-8D47980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3928A-7482-402C-8C5E-9AF84F3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Networking and service 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A3309-F934-42A0-85CB-3FB468F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AFEAD-5C61-484B-90E1-924704A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D4 Network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71CE5-E2B2-480B-B0D0-765C74B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CBB41-DD23-4087-B1B4-26D6CAC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D3 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42793-0C02-46BA-88C3-67B0C54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C9425-71F4-4178-9C17-69B7CFB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Service accounts and RBAC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52C51-52CD-47FD-A8CD-DB7D4DF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710C6-4327-41A2-AFCA-D0E3D67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D5 IAM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57ADE-0F7A-464A-A6A2-C18D9459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70C31-DED7-4008-B18A-B7D6EB9E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D3 Infrastructure; D5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0C720-7864-49FE-8D91-66169140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57210-50B1-47B7-B499-E4135F14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Secrets, volumes and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94023-542A-421C-BE58-717981D9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68A2D-BE99-42D9-8E16-20B9C9B7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D2 Asset; D3 Architecture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44E0FB-6F5A-402F-8EFA-903F020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65FDE0-BE7C-46FA-B2D4-75EE4A7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D2 Cloud Data Security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F5F929-A5D9-447F-91D6-84BC56C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7338E-966C-49E4-BD4D-22D368C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Images, manifests and admission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F9A30-7862-47C2-B7D2-6A9BE13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7DF43-6B80-4939-B9C6-850C429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D8 Software Development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060A0-9BDB-4F50-866A-11C2796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DAF790-EBD1-41CD-95CD-938C1C9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D4 Cloud Application Security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558AC1-EA37-413F-8A5E-155BB11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D33CBD-1211-450D-AE66-5B54D1C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Scanning, testing and drift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65D48A-C137-4771-94A8-3036312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6534D4-5A33-4A96-A5D6-C95B98F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D6 Assessment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B1C355-4CE3-4605-8BF8-E8EA1A5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140292-DAD6-4662-A9EF-AA34AE5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D3 Infrastructure; D5 Operations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11491D-1586-426F-B27B-5A1EE992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BF5CCA-E2F7-48AF-AA14-7AF0BF60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Audit, incident and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D6279D-22E1-4732-9CD6-B9BAABD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4D60A9-A1CE-47C9-A5C1-076D894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D7 Operations; D1 Risk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AFE9EC-67D5-4DB5-9908-578A61DC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9B00BC-4BBE-4DB1-91D6-70C2D61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D5 Operations; D6 Compliance</a:t>
            </a:r>
          </a:p>
        </p:txBody>
      </p:sp>
    </p:spTree>
    <p:extLst>
      <p:ext uri="{BB962C8B-B14F-4D97-AF65-F5344CB8AC3E}">
        <p14:creationId xmlns:p14="http://schemas.microsoft.com/office/powerpoint/2010/main" val="1344988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E88B9-6B6B-4B0F-BE1B-5FFD2BC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AE0B-45A3-48AF-96C9-9D709EA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Lab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6A0FA-8430-4709-A970-842C7997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4176-0FC6-4E6A-BDF3-8EFD4588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05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4a043dd1645c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4F53B-6030-44C4-A6A0-461307C0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F1425-887F-487A-B7F5-300C8B3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E310C-66FA-4B67-B83C-53FE45B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54B23-440D-4A64-B87A-406EFF9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37418-2111-49D6-BDD6-4C196F1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Approved vulnerable YAML/IaC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8A756-A1E4-41CF-978B-1EA0DD9E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7CFAF-C9DA-49B6-80A1-BD35D5E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FDC5-2A7A-40F8-9DCF-65EB38A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47DAE-F911-4D68-A24D-02A8739D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Cluster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CB01E-7967-452B-B89E-B804389D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Disposable kind, k3s or managed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F2220-3CD3-4CD4-8AC8-C62569DE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9B7B7-80A8-434C-BBF5-7368761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73064-1ACC-4CD9-A905-73C6522B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C54A5-7A06-4989-8628-CA0228F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Scanner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41734-950B-42D5-A685-9DF8144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Kubeconfig-based inventory and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5093D-E2F8-42FD-A663-57E5B8E4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4476C-FF54-4D51-A529-CEC4D8AB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D534D-6BB1-4152-87D7-2AE3402A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DA4B2-B877-48E8-982C-DC2344B5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AA35D-F4A5-477F-8C60-7BB50C7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Live object plus normalized finding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FCECB-DB38-4E57-9C4C-92296013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B6397-C022-4DCD-B1E6-076D17FF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7ECDB-FEE0-4757-A70D-DD3D9043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3D8C0-00E2-416B-88EC-40EC85C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GRC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D0608-DBFB-4DEB-B283-EA77D75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Control, owner and remediation proof</a:t>
            </a:r>
          </a:p>
        </p:txBody>
      </p:sp>
    </p:spTree>
    <p:extLst>
      <p:ext uri="{BB962C8B-B14F-4D97-AF65-F5344CB8AC3E}">
        <p14:creationId xmlns:p14="http://schemas.microsoft.com/office/powerpoint/2010/main" val="505321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ADEE9-A910-482D-A5D3-F4E58F0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78CFE-37FA-4F9E-B0BC-F3DBEDD9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Day 1 Agenda: Kubernetes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181E8-E68A-4129-A257-FB034776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DCD1F-E4ED-43EC-B927-4E70F22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06 / 44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a70d85f444aaa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4E6BF-758F-41AF-BBCA-542A30E1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63A7A-F7C7-4CDD-A17F-D947C892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072E2-109C-42E9-A814-ED87A72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46D15-62F7-44D8-8EAA-90BFEDB6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FBBF2-5BE9-4985-A3BF-AE0CF873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5FB96-8EA3-425C-B1C9-C011696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11CF5-47AF-44F1-B44A-2957834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DACB2-FBBD-48A8-80AC-7103AB6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81310-33EE-4BC7-A84A-B7661073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K0 Orientation and cluster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37311-EA0F-4C4C-A36C-2414C727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C3CDE-07A5-4BFD-84D7-9360649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23175-78A4-4347-934A-D663D814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B3412-A114-4F68-B6EF-F40A185E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 scope, context and evidence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C88F-4005-4087-8B4B-8F8840D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5B9DD-6750-49DC-B89D-92517A4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K1 Containers and Kubernetes basics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5C551-3561-42BF-A635-AA4C4B4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A982E-B2E9-4934-A167-9A70496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3A804-3B01-493D-839F-11E408D1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47DFC-D0C4-4101-BBC1-DC7685C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Explain images, containers and orchestration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F646B-0DB6-4F86-9152-83A3AA6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A266A-EFCB-4DC7-95DA-F22BDA3C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K2 Cluster architecture and objects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EE53A-7E04-43F5-8774-0FA8E10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37535-C569-4119-8F5B-55D703CC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9F80E-6D7C-4132-82F3-D68181C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26D9C0-0FE1-493E-BD51-F12624D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Trace desired state through control plane and nodes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B4053-16EF-4C6F-B312-061BFB6D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4625C-16B1-4838-A8D3-5979DE84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K3 Identity, RBAC and tenancy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955D9-9AE7-492E-8AEE-358741D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27742-29EB-4314-B43B-F9BCE2DE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6010B-930A-4562-8376-D6D775B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570E3-572A-4842-8C19-1C0E568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Calculate and reduce effective access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6D3B4-9E31-4D10-9F6E-9F739A8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FEE565-951E-4C88-8EFE-10F76F3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K4 Networking, storage and secrets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6BEBD3-0E5F-460D-BF00-3BFE88F7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E21238-4456-4122-8D36-37242661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60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3CACD7-2A4F-441B-B5DB-724C02DB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632C65-26EE-4948-B418-F675986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Draw traffic/data boundaries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C824D-01AF-46E8-8A34-11C3F3E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F6DCCA-CFB4-469C-A643-827B06F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K5 Secure delivery and observability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C91A2C-7643-492A-8D04-6815643C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B7EB7B-2CC1-45CF-BE67-851CFC56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AD49FC-20C0-4C1A-9489-CBDC6CF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94DCCD-628B-4B7B-8323-DA60938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Review supply-chain and audit controls</a:t>
            </a:r>
          </a:p>
        </p:txBody>
      </p:sp>
    </p:spTree>
    <p:extLst>
      <p:ext uri="{BB962C8B-B14F-4D97-AF65-F5344CB8AC3E}">
        <p14:creationId xmlns:p14="http://schemas.microsoft.com/office/powerpoint/2010/main" val="445196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C197A-6B32-44BF-8212-83AC4C3D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10612-794A-4767-8CA0-900F0D31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df4e27c314e19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73A83-0AED-469E-B360-0FB106B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BB5A6-3ED9-4208-A514-6E25EC42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9549-B005-4FE5-8B85-F01C5712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Orientation and Cluster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83ED6-5E72-4D1F-8057-5F6F7FBD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Scope, kubeconfig, namespaces, tenant and evidence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6041D-C626-4352-A4B8-0AD5A3D8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D1/D6 · CCSP D5/D6 · 30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7D75A-7311-44FD-9EE4-4E44C2C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07 / 44</a:t>
            </a:r>
          </a:p>
        </p:txBody>
      </p:sp>
    </p:spTree>
    <p:extLst>
      <p:ext uri="{BB962C8B-B14F-4D97-AF65-F5344CB8AC3E}">
        <p14:creationId xmlns:p14="http://schemas.microsoft.com/office/powerpoint/2010/main" val="948717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32756-4F47-4372-B620-83D609AD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E260E-FDB0-4830-90C5-823DEB6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K0 Exercise: Validate the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51A9B-F07D-474A-AD6B-1DB16C11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AF58D-C9F2-4FEE-8AB7-BF53725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08 / 44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d4aae080a40ca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3C759-895D-49C9-BDDE-A9ED32C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A785F-7DFB-47C7-A925-2D659891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20782-0E61-47C1-B659-32D490D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E86AA-D9AD-4797-9990-35DC3705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D720-2DF5-48D5-AA58-E7241A2D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Expected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47709-6522-45AF-A155-9FF9696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2EB51-15FD-4FB9-BB6C-3FCC6DE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Kubeconfig/context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4F749-9F85-4515-89A4-FD61A25A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D5D16-E59E-4AC4-8BB1-54230EDD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Assigned disposable cluster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D4691-1D09-4B50-8DFD-9C17A019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07202-FDD6-4F07-BCAA-72926AA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Namespace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950B9-28CC-4D0D-A31E-10E37E0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DF718-AA15-4DC6-9D60-C9CDFAD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Team namespace and labels 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F6298-05D8-44D7-9298-6BBACD2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F651B-FE6B-499A-B680-5362794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B28C3-25F4-4519-A8C2-EC0C73E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16066-81AC-4773-9C73-47F5BC9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Least-privilege training account/service account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1206F-AE44-4047-8053-5AFA0A1D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F6FAD-80FE-4D4E-B43A-732A2F1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Scanner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3297E-38A5-4252-9953-55A52E3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9E827-47F3-457F-9404-27E624E7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Health check and credential validation succeed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0606B-DA40-40DC-A633-3BA778DE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FCFD7-6727-466B-929F-A7C4712E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2BE21-8570-434C-B620-8D49091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1B5134-2561-4950-845F-8A962BD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Dry-run result appears under the correct tenant/cluster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B3BB5-C754-4590-8721-D8A90D11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33A40-3B30-489F-B017-01E5BBF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Cleanup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5C4C0-28A7-48AD-A8A8-EE1EE15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1EDE94-FE26-4F88-A80D-5684CB8A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Reset and TTL path confirmed</a:t>
            </a:r>
          </a:p>
        </p:txBody>
      </p:sp>
    </p:spTree>
    <p:extLst>
      <p:ext uri="{BB962C8B-B14F-4D97-AF65-F5344CB8AC3E}">
        <p14:creationId xmlns:p14="http://schemas.microsoft.com/office/powerpoint/2010/main" val="20760826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88FF6-F670-4074-9F26-DBEDA4E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E9DEB-27C0-4DA8-B7B9-ABA99F95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bcb953bd447d9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A5724-D3E8-4AA3-B585-0B37A70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CF078-D9A3-4ADB-BCF6-A8775BD0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42952-D805-4EB8-B308-0807C02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Containers and Kubernetes Basics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3D365-CEEE-46CD-82C5-138DBBAB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Understand the workload unit before securing the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C21B-B1E8-44E5-8A85-197A3F8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D3/D8 · CCSP D1/D3/D4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B630B-FD38-49B0-A84C-87538FC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09 / 44</a:t>
            </a:r>
          </a:p>
        </p:txBody>
      </p:sp>
    </p:spTree>
    <p:extLst>
      <p:ext uri="{BB962C8B-B14F-4D97-AF65-F5344CB8AC3E}">
        <p14:creationId xmlns:p14="http://schemas.microsoft.com/office/powerpoint/2010/main" val="13221888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42E32-B941-4D1E-9938-E9CBD5D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0EA6-E0EA-473D-BB01-9EA6098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From Source to Running Pod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724F5-2CCE-440C-BC8B-9EC7E6E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AFFC4-2536-4AB7-919C-402C8BB1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10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057c31b07424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AB010-2CF6-454D-B4F9-4170DA7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E8A9-3C93-44B2-8CB5-59756E8E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BD665-66E1-4800-96D0-F68EC3B9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B2945-7F26-48D5-AB18-F606BFA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1F2DB-25BF-4F4B-BFB8-C196259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Application, Dockerfile and dependency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7D986-6524-41EC-A682-BFF9542A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7C420-EA8D-4C80-ABDF-A5A6E7B8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7849A-CD69-42B4-8086-E983246B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BA422-43A6-4CB9-8E8D-960E15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DE3E6-AC51-4A37-B743-6191ACB4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Immutable layers, metadata and software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B23B1-8AE1-49F2-A8A0-581A232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1E09C-16EA-409C-A574-CB8B1ED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73378-BE4C-43BB-ABAE-03D9A39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C9C53-6B42-4FF8-A7E0-79415D1F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66171-284E-4F86-8FFC-3B0424B6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Storage, access, signing and scanning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73832-464F-463A-A5AF-4A3678F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589F8-E729-4516-9F71-B1CAEB8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F07FA-757C-4BAA-AA82-535767A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CB72D-BBE5-4298-B9D5-4D77112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0D325-ED1F-42F7-AE65-86CBC728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One or more containers plus identity, network and volumes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338F0-9302-4CF2-88A9-0745885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66FBA-09BD-4DBB-82C0-20D2011E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F5E2E-55CD-436B-8900-9A6B0EC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725D8-1847-4D22-9AD7-BAE4E85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Controller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60DB8-D212-4CB7-A535-CE9D64BC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Desired state, scaling, rollout and recovery</a:t>
            </a:r>
          </a:p>
        </p:txBody>
      </p:sp>
    </p:spTree>
    <p:extLst>
      <p:ext uri="{BB962C8B-B14F-4D97-AF65-F5344CB8AC3E}">
        <p14:creationId xmlns:p14="http://schemas.microsoft.com/office/powerpoint/2010/main" val="1471775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8EAA2-24F9-4E65-B062-C5D7B48C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9CAD-A327-4CA3-A1D9-9CE42C2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Core Container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A0200-16D0-4E45-8A98-5841F4D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61714-36DC-4C79-9794-03013544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11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3bee23f304a02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C3379-83B9-4D00-B8D9-5356BF3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B9E4-E304-4EF5-8763-BCF2CA5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A4E5C-900C-404B-A8BB-7CBE5AC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20291-4ECC-4D97-B329-C7077EBE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1AC6C-F61D-4988-B157-38B7BF0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Packaged filesystem, metadata and entry point. Risk includes vulnerable packages and embedded secrets.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9468C-EC45-44F2-875B-5BED5804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609BC-B3CE-416A-812B-BF299A9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B10C3-E038-4E83-AE4F-5762082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Container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6E239-EF78-466C-9847-8A31BEB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Runtime process with namespaces, cgroups, capabilities, mounts, identity and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86CD8-C078-4161-8E74-463D2F5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7892D-95B9-446F-9A20-8DC006E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A3F5F-4E5B-4EFE-9FB3-02D49EB5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Orchestrator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79A88-6065-43BC-BF7F-49C26A1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Schedules, reconciles, exposes, updates and recovers workloads across nodes.</a:t>
            </a:r>
          </a:p>
        </p:txBody>
      </p:sp>
    </p:spTree>
    <p:extLst>
      <p:ext uri="{BB962C8B-B14F-4D97-AF65-F5344CB8AC3E}">
        <p14:creationId xmlns:p14="http://schemas.microsoft.com/office/powerpoint/2010/main" val="15723879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059CF-8004-4B07-A861-FDC7322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A9FA0-1076-4183-AC21-CB11FD04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208c410e2444a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EC1CA-D708-4F9C-9C9B-E2B7A8B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B4A6E-F805-4CF4-82D0-201EE49F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4A113-EC54-4DDB-90EE-B7CAC6C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Cluster Architecture and Objects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A58F5-E8BF-4DCE-953E-69018D7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Trace desired state through control plane, nodes and workloads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E5D48-FE80-4A03-BFC6-10DEC9D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D3/D4 · CCSP D1/D3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3211A-DD70-4FB4-A6C4-BB32E9E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12 / 44</a:t>
            </a:r>
          </a:p>
        </p:txBody>
      </p:sp>
    </p:spTree>
    <p:extLst>
      <p:ext uri="{BB962C8B-B14F-4D97-AF65-F5344CB8AC3E}">
        <p14:creationId xmlns:p14="http://schemas.microsoft.com/office/powerpoint/2010/main" val="2519083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E05BF-41C7-49DD-8371-49D075F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6C348-D3FF-4CE9-AA93-85957C9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Cluster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0E51C-9BF6-48BF-8298-B24222AD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0D416-A939-4CED-9CAA-3C15D425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13 / 44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104e5abc7439c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6E99-6C91-463D-B23B-EC238A15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0AD27-FC2F-4E9C-8405-8EABA04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C0235-86FE-48CA-B00D-43EC8165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BE661-7643-4119-AD7B-94FCECE4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Control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8C4D0-7EEA-4BF5-B1E3-23B54BB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API server, etcd, scheduler and controller manager accept desired state, store it, schedule work and reconcile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30466-B1B1-4FAF-89DB-FAE0C761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8F64-3CD5-4E7C-BDDE-D96EB6E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BFF11-1F63-4993-828E-0A423451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Worker 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24B22-18FC-442E-B99B-6118DFE3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Kubelet, container runtime and networking components run pods and report status.</a:t>
            </a:r>
          </a:p>
        </p:txBody>
      </p:sp>
    </p:spTree>
    <p:extLst>
      <p:ext uri="{BB962C8B-B14F-4D97-AF65-F5344CB8AC3E}">
        <p14:creationId xmlns:p14="http://schemas.microsoft.com/office/powerpoint/2010/main" val="12049165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5DCA0-4E2F-4715-B575-0CC5AE61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FB5C4-77A1-4C05-9301-D02F577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Object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63EE2-2322-4353-A7C4-C2FEB87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428DC-76D6-456E-B602-53DA4C6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14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762c5a08a4a0b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BB368-316A-428B-AC26-CCA2ABB5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9872-C3A6-4191-A9A7-341DA577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ABCA8-DD51-4AEF-A0FE-35FCD10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65582-3A14-4F78-87AB-8592C42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B84BD-6C91-4083-8EBE-C889DFC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Desired application rollout and replicas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26A57-814D-492D-85C4-3E9AAAE4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24D09-4BAC-4EC1-A5B8-5147C45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EEE8D-855C-4646-8F3C-59ECE88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45CE2-54E6-474B-95E7-35983D7F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ReplicaSet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0BFA9-AD1D-43CD-96FA-B7AFC0E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Maintains the requested pod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48C85-D814-44F6-B23C-467A9D9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A3167-6F19-4739-ABEB-D6C99BD9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3C4DF-96D9-47A6-884B-5C41A34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937E6-4070-4551-9F3B-7AAC2644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731E4-65D3-4265-93BB-DAC27616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Scheduling and shared execution unit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8C303-C6A5-469E-8698-28BBDCC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07F50-1A2F-4932-90C2-05BA161D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7DB03-815F-45C7-B09F-D91410F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EF0C6-55D2-428F-AEFB-CC37BFB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921F6-2417-46E4-85E5-B164D58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Stable virtual access to selected pods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0F709-1633-41B0-98D4-6AF5530B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46E11-26FF-4D72-A963-E5458286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3B20D-554B-4A04-A4C7-CD163BF8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4FA33-EDD0-4DED-945D-3672881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Ingress/Gateway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DD5B4-E3DA-4586-A2E8-B9B8A4F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External or cross-service routing</a:t>
            </a:r>
          </a:p>
        </p:txBody>
      </p:sp>
    </p:spTree>
    <p:extLst>
      <p:ext uri="{BB962C8B-B14F-4D97-AF65-F5344CB8AC3E}">
        <p14:creationId xmlns:p14="http://schemas.microsoft.com/office/powerpoint/2010/main" val="6685081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52382-C50B-481C-BCB8-E3070B2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1CD57-806C-4A01-8501-6F6077B8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K2 Exercise: Trace Desired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7A88C-A2D6-42F7-8C36-821A1EC9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4DFBC-77D4-42F5-A6B5-7103D2A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15 / 44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d65f546134aab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81150-2F6F-4643-95AF-967C9C56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C384-0AC5-4564-9077-4411DCE8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1794D-D7C8-496A-AAA5-17774E19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the controller, selector and pod template.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901AE-DA4A-4023-A8CD-8D0FA2E8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24CC5-5992-4010-B7FB-0A1D0C55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Determine where the workload can be scheduled.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B5164-C8EB-4DEB-8153-68230CC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97D2F-154D-4ED3-B9BC-5AA9B42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its service exposure and DNS name.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0B391-4C40-4EED-A3FC-B424F31B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958F7-8A25-4FC2-9D43-27C2D8AA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attached service account, volumes and configuration.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D7787-888A-4153-A445-5A4C27C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6B6E5-3AB7-4059-BDFE-27FB24DE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Describe what the controllers do when a pod fails.</a:t>
            </a:r>
          </a:p>
        </p:txBody>
      </p:sp>
    </p:spTree>
    <p:extLst>
      <p:ext uri="{BB962C8B-B14F-4D97-AF65-F5344CB8AC3E}">
        <p14:creationId xmlns:p14="http://schemas.microsoft.com/office/powerpoint/2010/main" val="18210317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02856-791C-49E6-A563-0A001DCC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0DFFC-E091-4614-BAB0-CE40DF76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01ab053e941fc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DB1EF-4370-4092-BA7F-F7662929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89E4E-BA6F-4935-BB44-851FBA9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24DF8-05E0-4D35-9A10-88A80A15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Identity, RBAC and Tenancy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5E545-16C8-46E0-9432-A4A4988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Understand who can perform which action on which Kubernetes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32716-E6BF-45D7-B60D-FF483153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D5 · CCSP D3/D5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985FA-65A8-4D2D-9CF2-AC553B4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16 / 44</a:t>
            </a:r>
          </a:p>
        </p:txBody>
      </p:sp>
    </p:spTree>
    <p:extLst>
      <p:ext uri="{BB962C8B-B14F-4D97-AF65-F5344CB8AC3E}">
        <p14:creationId xmlns:p14="http://schemas.microsoft.com/office/powerpoint/2010/main" val="7465941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3773A-00BF-4E07-9272-52C16E34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D61EF-BAD4-43AF-8C50-04F5284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Identity and Authorization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31B93-8885-4BFB-8663-5E08D57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61EB3-FE29-405D-B53C-A14AFB7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17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d3ee08e00426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E5657-7FD4-44DD-B6C0-922D2FA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0C220-086D-4E91-97B0-5BF8EBDB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BD9DC-3252-4C60-B77E-95926F22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796B3-085E-4292-81E2-CA71329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1D4B3-DD7B-40C9-9D22-BD2E8A2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User, group or service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E216C-D2C7-42E0-BB6A-2003935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BB7C2-9ED8-459E-AA6E-218F83A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1CE0B-9C3C-484E-B6D9-85FD46B1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4B895-4745-4D90-91FE-812E36E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36078-88DE-448A-987E-55AEA9EF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Certificate, token, OIDC or cloud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2B6AE-9B09-4D64-B7EE-C68250F2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ACC98-7B0E-47E7-9B43-3E5D7A74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DE504-5ED8-4795-91B0-5FBD775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219D1-626B-44E6-9B5C-F12E9CA8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7F535-B9A6-4805-BD3D-3114A01B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API groups, resources, verbs and names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1AD39-3E04-481C-95EB-61991AB9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B7BAD-0ABE-4C1E-B63B-F44FBEBD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BDA84-A447-4209-88BC-5A8E8E0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9431C-B900-46C4-902E-04F1E942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Binding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09271-39F5-4D8A-90B0-51467C7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Subject receives Role or ClusterRole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E1D79-11C8-452E-BC7C-E2515F4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19412-B469-4E15-830B-CA850CE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C96F42-7CB5-4A7C-9205-20BF1525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FCECB-53D9-4F55-B8ED-8E3A421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Admission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1B836-2988-46F2-897C-55CDCDF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Policy accepts, mutates or rejects the request</a:t>
            </a:r>
          </a:p>
        </p:txBody>
      </p:sp>
    </p:spTree>
    <p:extLst>
      <p:ext uri="{BB962C8B-B14F-4D97-AF65-F5344CB8AC3E}">
        <p14:creationId xmlns:p14="http://schemas.microsoft.com/office/powerpoint/2010/main" val="10249728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0CE0B-65BC-4142-BF57-8DF1623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09213-5528-4837-97AB-71EBBA3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K3 Exercise: Calculate Effective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683FE-BE8A-4757-A954-0500BFF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273B5-2153-4A31-B3F5-90EB383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18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cfc9425e6444a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80AD-A751-47AA-ADCC-F6198A68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76173-57B1-48A2-BC75-5859F09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71284-61A0-4AAC-AA55-F2234FE7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Which Roles and ClusterRoles are bound?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EA136-BB85-4DB3-9877-863F7EEE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56EA0-03A2-407C-9B1B-728AFC3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Which verbs and resources are allowed?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DCFFC-6DAF-4A92-BE35-F251128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EC094-6100-454D-8BE2-9CAB147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Can it create workloads with a different service account?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9B0B3-68BA-4D74-BB6C-21F2707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313AE-979C-4152-A174-FB97191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Can it read Secrets or modify RBAC?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65C14-0EA3-48C5-A309-0BD82C7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64BF3-43AA-4476-BC59-0489732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Is the token automatically mounted?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B9DC5-3CF0-46FE-88EC-DBB4FB3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F675-238D-476C-B104-6077B815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Can the permission be reduced to namespace/resource/name scope?</a:t>
            </a:r>
          </a:p>
        </p:txBody>
      </p:sp>
    </p:spTree>
    <p:extLst>
      <p:ext uri="{BB962C8B-B14F-4D97-AF65-F5344CB8AC3E}">
        <p14:creationId xmlns:p14="http://schemas.microsoft.com/office/powerpoint/2010/main" val="20096150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6C709-8713-405E-852F-F4B8CCD6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C1F8A-F406-4DE9-9EFB-974EA1A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a039f507445b6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94078-5DC1-4902-9100-C57A388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DA8B-01E5-4898-8A9E-7F7DB54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D138-916B-44A8-9617-BA1B9E26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Networking, Storage and Secrets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8760-A62B-40D4-9AF0-D4D61C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Define east-west, north-south and data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B0E8F-27A6-4558-965A-DD7CFD7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D2/D3/D4 · CCSP D2/D3 · 60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8F561-D4E3-49F6-9BE3-87FF6E8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19 / 44</a:t>
            </a:r>
          </a:p>
        </p:txBody>
      </p:sp>
    </p:spTree>
    <p:extLst>
      <p:ext uri="{BB962C8B-B14F-4D97-AF65-F5344CB8AC3E}">
        <p14:creationId xmlns:p14="http://schemas.microsoft.com/office/powerpoint/2010/main" val="14598482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79E46-C294-4E31-95C3-6AE36FE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C51B2-EF64-4C5A-A356-70F2BCC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Cluster Network and Data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26954-3784-4440-9480-B45E838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CC076-C035-44D1-8674-C656BA4E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20 / 44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8641aa8cd40c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18FBD-2D92-4540-8D6C-C179B97B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54E3D-5C5C-4D89-847D-29DA0CEF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8B197-EE8C-4420-B57C-ACB0E08C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28CAD-511D-4760-9B5E-76AFBC4A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Networking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AAF06-3109-47C9-A0DD-0B9E610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Pod network, CNI, DNS, ClusterIP, NodePort, LoadBalancer, ingress/gateway and NetworkPolicy.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21DE9-F577-4FDE-8F54-DF0F113F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84CCB-BE73-464D-A3A6-37B15D85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45F94-E9F6-4AD2-80CB-33BF8E1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007D8-629B-4691-BE82-45AF608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Volumes, persistent volumes, claims, storage classes, snapshots and provider-backed disks/files.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7FF0D-DFAE-4294-AA68-E305F6B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3D0D5-6ACB-4632-AA02-CAB9CDF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881A0-422D-44EE-9C05-013777E4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A5316-9671-4936-A613-64FAF0A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ConfigMaps, Secrets, environment variables, projected volumes and external secret stores.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9BA28-7DE8-4DD0-8EF8-B75257AD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DB11E-A1E1-4781-A299-80E30BDE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51979-7E34-4258-A712-C9B3FE1B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 Service provides reachability. A NetworkPolicy defines permitted traffic only when the CNI enforces it.</a:t>
            </a:r>
          </a:p>
        </p:txBody>
      </p:sp>
    </p:spTree>
    <p:extLst>
      <p:ext uri="{BB962C8B-B14F-4D97-AF65-F5344CB8AC3E}">
        <p14:creationId xmlns:p14="http://schemas.microsoft.com/office/powerpoint/2010/main" val="9123576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14689-286A-4E23-9705-F79874A3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8F35F-D629-47F9-8F29-03563A1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K4 Exercise: Draw Allowed Traffic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ED9A-E35E-445E-8C5B-86B28DE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437F6-F974-412C-B347-BFD4778F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21 / 44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4c164d221499d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D46C9-D874-45CC-B13F-D41D3FF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0D288-4731-4457-8CD9-FA26051E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2E8DA-B607-4824-8DBC-28E7ABE6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Mark ingress, service and pod traffic.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B49F-597E-4B44-9824-A22DA348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C9BAD-2593-46DE-AF0D-DA8B174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namespaces and expected east-west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1D529-16C1-498D-8FD1-73E9E8D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FAA72-A3C7-4A82-BDB0-770A46E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Define default-deny and explicit allow NetworkPolicies.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85FB4-AB19-4A3E-BD0F-C2951F54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DD735-CB03-4DE9-9B76-D3770A3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persistent and ephemeral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06EB3-B1DD-4CAF-90B8-E24D31F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2A85B-E7E7-471C-83DC-820CC08D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every Secret consumer and remove unnecessary mounts.</a:t>
            </a:r>
          </a:p>
        </p:txBody>
      </p:sp>
    </p:spTree>
    <p:extLst>
      <p:ext uri="{BB962C8B-B14F-4D97-AF65-F5344CB8AC3E}">
        <p14:creationId xmlns:p14="http://schemas.microsoft.com/office/powerpoint/2010/main" val="17579366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05CBB-6214-4062-A42D-F7A49310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9217-649C-41B0-8177-AFABB30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a6190b62042c4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D2AC3-B526-49A8-98C6-CDD5E24A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E0260-707B-49EA-84FA-2745FD0B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BB69-151E-4770-B170-41099C1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Delivery and Observability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A1B7F-10C4-4C1F-95B7-F07D7BE2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Control images and manifests before deployment, then monitor runtime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ECF3E-2EB0-4626-AFB8-4EB82BA6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D6/D7/D8 · CCSP D3/D4/D5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C2A2B-930E-4197-A6AD-30B6210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22 / 44</a:t>
            </a:r>
          </a:p>
        </p:txBody>
      </p:sp>
    </p:spTree>
    <p:extLst>
      <p:ext uri="{BB962C8B-B14F-4D97-AF65-F5344CB8AC3E}">
        <p14:creationId xmlns:p14="http://schemas.microsoft.com/office/powerpoint/2010/main" val="11199360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C04CF-2518-48A9-8C4D-13C18DEC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85457-6F2C-465D-B41F-D990947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Delivery Control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1BF0B-BE56-41BD-8708-660B2DD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289F-119D-4F5E-8CD0-964151E3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23 / 44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72bf7e810458c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5152C-7C16-4977-B1AF-7872A51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B2BD-5279-4E56-A612-552EC1E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2A022-5F57-4DF8-B246-5E961EA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B8AE4-6C2C-417C-9705-FD137C55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D5B70-9922-498B-A618-C01F0F4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Minimal image, pinned dependencies, SBOM, secret scanning and reproducibility.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7AA9D-0058-4F93-99F1-045B3C6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A66E1-7CB3-4021-8ACB-4541D1D0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6516E-586A-42EE-B8E9-EF421829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1798B-138A-42DD-B20D-54DC317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Access control, scanning, signing, retention and immutable tags/digests.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69DDD-4D62-4DB6-8C25-2C004A4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677B3-925D-4CDC-B35C-94EB0AE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D8DEC-D134-4B4F-A3C7-0DD3BA4F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Admission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C53D3-7274-4EC2-B31F-32C6B4E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 signatures, workload policy, labels, limits, identity and approved registries.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38480-7F19-4BE5-96C9-26F2B00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9E5F-6C68-42A5-BBD1-3D3A758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7AB6D-4EB7-49A8-8293-814AB27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01040-B4E5-4B61-A79A-4F06DF3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Audit logs, events, metrics, network/runtime monitoring, drift and incident evidence.</a:t>
            </a:r>
          </a:p>
        </p:txBody>
      </p:sp>
    </p:spTree>
    <p:extLst>
      <p:ext uri="{BB962C8B-B14F-4D97-AF65-F5344CB8AC3E}">
        <p14:creationId xmlns:p14="http://schemas.microsoft.com/office/powerpoint/2010/main" val="9907750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EE717-4A37-418B-B764-73B606D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35DE4-29B7-44E9-B53E-322F0F30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Day 1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C447-8376-4655-85A2-D33DA89F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33D73-B59A-4957-8B8D-3EC8E19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24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ffa1bc8774407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7241A-D236-48EE-BAD0-41BD949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73ED3-B15B-4CD0-B87B-9CA3FB5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F6881-DEBC-4579-9D67-5798D252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How container images become running workloads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7C69C-1096-4456-8AD3-7AC6C25F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46F60-6BC4-48F3-B277-29838DFA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How the Kubernetes control plane stores and reconciles desired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A1334-988D-4A6E-BF67-7670A71E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C2125-55DE-48D9-A9D9-BDC890F2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How Pods, controllers, Services and ingress relate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99BC0-76DF-40D4-BD55-AA7DCF8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FFEFA-F33B-41F3-86CA-5401808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How service accounts, Roles and bindings create effective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01877-89EB-4209-B881-FC1C5F2A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7AA68-7D26-4442-B830-2AFD14B9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How network, storage, Secrets, admission and observability controls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53606-E42F-4D47-840E-1A75A84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4EE3F-5296-4F2B-85A5-E1621E29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Which CISSP and CCSP domains relate to each concept</a:t>
            </a:r>
          </a:p>
        </p:txBody>
      </p:sp>
    </p:spTree>
    <p:extLst>
      <p:ext uri="{BB962C8B-B14F-4D97-AF65-F5344CB8AC3E}">
        <p14:creationId xmlns:p14="http://schemas.microsoft.com/office/powerpoint/2010/main" val="8914282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77434-0E48-4F76-8E0F-73E2847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8B07-C2F0-411D-A808-C3A5DE9D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Day 2 Agenda: Vulnerabilities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E3964-7C31-4B2E-9D08-49DE271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B2638-71AF-4350-9ADD-DBEDA08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25 / 44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f5d64b08f4599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36E27-B52D-453F-9E12-9888207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5C031-E6CC-4E16-91E8-50882B9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8AA83-7116-4928-93CC-072366EB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1EAB8-80AA-4C31-AA01-6912BE0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150E0-411A-44B8-830F-09788AA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AC46A-2792-4056-AC9D-721DD02B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DCF46-86D3-46E9-8FB6-18A3DF18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2ACD2-DF71-4138-80E5-CC452C9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54B1E-254F-495C-BAB4-D0FD6BD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K6 Vulnerability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FC28A-9D06-4A6B-9D36-FAB355A9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413F1-2FB1-4EAB-BC83-3D4F912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9F700-7925-4CA8-BEB6-67D614FF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8B93E-AF8A-4562-9E65-51EC2822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Explain how weaknesses enter and persist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CC9E6-A26E-4885-91E1-FC8FACE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4C32D-A8A5-4F44-AD91-2DA702E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K7 Workload and node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BB2EB-BA1C-4E7C-8A3D-ED49C9D3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845DD-6BF9-43B1-A8B5-EC35CC17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2EBF1-AFF3-4258-841D-EC330C5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4465D-2F4B-4AF4-BA10-4DFEC2F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Prioritize runtime escape/blast radius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8F080-7393-49D4-BB05-5EE07D0F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5700D-13BA-4D55-9DF9-ADA193A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K8 RBAC, network and secret paths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5CB0EC-263A-4B96-B21B-42B440D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56DB6-02B8-4045-94E7-A41671E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60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C943A-5B60-48AB-9DAA-8CF97C8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9D411-66AD-4A08-9F97-9D8081E6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Connect identity and exposure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10585-AA96-4F79-BD39-D6B72F09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68725-42B0-417F-B25C-306684CF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K9 Supply chain and IaC drift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A2226-EF10-433F-94B4-9348943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8A5A6-84A3-41C5-A7BD-6DF8673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97380-CF97-47F5-92D7-8F5FAE9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CB7205-BF65-449E-A89F-18AD8FDF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Compare repository intent with live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0990E6-0301-4687-8A29-FE8BAE2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DAAC4-F04F-4BEF-A407-084F5529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K10 CloudGuard scanner and GRC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539081-5A09-4BB6-8517-8005D99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3022AA-748E-448D-9C8D-051753EB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62B71A-F35C-46A1-B522-F29521A2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D09D5D-E9F1-4BA6-84B7-AE6E9BC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Run live scan and ingest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C0F8A-B18A-4E05-874F-32593273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FF176C-5B59-4D67-AE2E-274432C7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K11 Capstone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5A98B7-A3F2-43A2-805F-A2C4DFC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12E48-C5CF-43C9-87AF-B2FD193F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60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BC7167-1E89-4F73-B2AA-E192F99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E07BF8-50CB-4DA7-ABF6-8AEA803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Scan, remediate and prove closure</a:t>
            </a:r>
          </a:p>
        </p:txBody>
      </p:sp>
    </p:spTree>
    <p:extLst>
      <p:ext uri="{BB962C8B-B14F-4D97-AF65-F5344CB8AC3E}">
        <p14:creationId xmlns:p14="http://schemas.microsoft.com/office/powerpoint/2010/main" val="7766830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4A7DD-0458-4156-B8D4-DAE51E0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D6BE6-F992-4443-A828-5955E94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5ae28e3d54daf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33E17-067F-4B6A-BACD-9A74DE7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F9C08-87B3-4A93-A48C-67973F20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F7B3A-EE2D-42E3-97BD-6674740C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How Kubernetes Vulnerabilities Creep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49EA1-3EBE-45DF-8715-98F3AB5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Follow weak YAML, exceptions and drift into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5FC6D-4235-4C0B-B79B-5797FD1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D3/D6/D8 · CCSP D3/D4/D5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F566D-A23B-4CF1-952A-BA1ABB1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26 / 44</a:t>
            </a:r>
          </a:p>
        </p:txBody>
      </p:sp>
    </p:spTree>
    <p:extLst>
      <p:ext uri="{BB962C8B-B14F-4D97-AF65-F5344CB8AC3E}">
        <p14:creationId xmlns:p14="http://schemas.microsoft.com/office/powerpoint/2010/main" val="12645364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4238B-0153-413A-9268-8E64B41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4773-3C74-44F8-B114-8C361E5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Vulnerability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C26FC-A05B-4A65-8C3F-67F6592B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825C0-2555-4578-9543-A2C8BAE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27 / 44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18c7e883c4fe5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93395-98C5-4496-812F-643CFE1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4FBB2-F42A-402D-B4AC-175DFDB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2567-5720-4791-AF45-8FA15B23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23EAB-2343-4528-9579-1235CC75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240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AF216-FD17-49DA-9353-3B039CA7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28825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B20D6-BFB6-4C68-AAF2-80A2CCD5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9EC99-B1D4-4239-852F-40B2DC3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Preventive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BB21D-C0B3-43F8-AD39-C08ABEC5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240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16743-9EEC-4355-BDCC-07C5540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28825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Detection/evidence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85B76-053D-4385-B07B-E2443E76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E9D89-1D1C-425F-9F0F-C91D147C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Copied manifest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0FD50-9517-4E11-BA93-1810BBA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86000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2D8BF-E9CF-488E-B0E1-416C7178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Root/privileged/hostPath remains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2B982-1303-48D2-9DB9-EF12324C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06977-87D7-4461-B5EE-099F7BA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Approved secure 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6A1A7-D7A2-465E-970C-886B2F5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86000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6948D-2E92-4105-92FA-733BDBE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81250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IaC finding and diff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0E105-D3F2-47B4-941F-ADA2F03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708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AB315-1873-4363-9026-0150403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233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Temporary exception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D3DD5-6C08-4FEA-B874-E7BEB770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3708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8B8AB-4BF7-4A60-A081-D2D2D17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3233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Admission bypass never expires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D552A-AF17-4AF8-93AC-A50B237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708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0F498-7567-4A28-8698-9DD675CD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233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Time-bound exception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CF02E-C05C-43CF-8C65-AE85A876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3708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26E0F-8F42-4CFA-A0DC-879B9F6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3233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Admission/audit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CE2B8-8E68-4432-BEE4-63B15AE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817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2B6BC-50E2-4BFB-BE46-5B6A4C1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342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Broad identity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4ACA6-758C-496B-BD62-F0F1E04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38817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115A7-5385-4B97-8AD9-F0569A9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8342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Cluster binding used for convenience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49C90-437B-4358-B2B6-095DB255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817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FCA3D6-6EC1-4DF8-AC40-9C264CDB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342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Least-privilege RBAC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EC58FA-20F8-445C-AC1D-79F2AF7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88179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9A33BF-E085-4272-95B1-5BF77877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83429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Effective access finding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65B6B2-9FE5-4C7E-ADC1-9251EB9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9268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511EF-6DDE-43A1-84FB-1D9FF6A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4518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Troubleshooting exposure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3A878-D950-4BE3-94C9-3B176BC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39268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2A2743-B93D-444C-919E-D558563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34518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NodePort/LoadBalancer remains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EAAA5A-FC0B-4B2D-BBC3-B05937B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39268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15F136-599A-455D-99D7-4A4D8904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4518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Change approval and expiry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4B83C7-E2C5-4096-8910-BE1CE38D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39268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FB30C4-D214-485B-AE63-85920F2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34518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Service inventory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BEDAC4-D5EF-48F7-A224-375581B0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0357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27927A-8C32-4CB3-B940-3099C56A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5607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Missing segmentation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AD9E76-4131-4E9C-903C-B8C5B00A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90357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1EB274-88FB-4612-8441-B29E0E7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85607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New namespace lacks policy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1486A0-EDDB-4AC0-A389-D4B306E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0357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78A438-6531-4815-8EF9-58A1258A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5607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Default-deny baseline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6D8B33-136F-44EB-94BA-F03F947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90357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151D3-49FA-4143-913B-09183B88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85607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NetworkPolicy finding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5A4C6F-A113-44B8-B46F-0249474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144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09DFEB-E866-47D9-968A-B3608F5F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669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Manual change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BEEA13-3D66-47AB-BFAC-3363070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4144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AE23DE-A365-468A-BF1E-500F47E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3669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Live state differs from Git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A0CAD9-F2AC-46B0-B54E-D2172E63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144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53B044-4D0F-422F-89FD-244FBA3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3669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GitOps/reconciliation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B3C692-9848-4389-AD05-98BB5312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4144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0E3CA1-5723-41AA-B123-BD870B0A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13669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Drift 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5854C7-0357-46B7-B525-1615D3C8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253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5B61AE-2B38-4320-B8F6-DA6BA7E1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778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Floating image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171CD9-46DC-4E34-8D7E-3824FBD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59253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B526CF-1992-4229-A2A4-1AE0EED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68778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Unreviewed image version runs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5139C7-BB7B-45BD-9CE9-43E831D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9253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CCE26D-7B3C-44DE-ABB0-F0BC839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778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Digest/signature policy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EC4524-F622-4384-8635-4EC4C94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592536"/>
            <a:ext cx="27717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58144-462D-46D2-B26F-6DAF4B0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87786"/>
            <a:ext cx="25812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Image and deployment proof</a:t>
            </a:r>
          </a:p>
        </p:txBody>
      </p:sp>
    </p:spTree>
    <p:extLst>
      <p:ext uri="{BB962C8B-B14F-4D97-AF65-F5344CB8AC3E}">
        <p14:creationId xmlns:p14="http://schemas.microsoft.com/office/powerpoint/2010/main" val="20632837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7CF304-D0F4-4D15-844B-666D50AB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9209E-1E30-4A7A-AE44-A33E785F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Common Kubernetes Vulnerability Categories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0D2FF-7DD8-4615-B1E3-9B27368A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824E-809F-48B2-8F54-4CC785C1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28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cd3a54b56442f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5C73A-EEB3-4282-937C-700A4AA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E090D-E04F-4838-995C-B3D6C10D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9490D-EBBE-40DC-91C7-851697C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E83D9-80CD-41E5-91D5-3375084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Workload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E10A4-E541-48FE-88A0-ACF9C196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Privileged mode, root, host namespaces, hostPath, capabilities and writable filesystem.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18E3E-264B-48B9-B81F-80F0B5A8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FB88B-7213-4A4E-BDEE-5029FFF1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8CDCC-46EC-44B5-B455-9584C174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C9AD0-B64F-40E7-8689-B1DCEAA6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Broad service account, cluster binding, token auto-mount and RBAC escalation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98A66-DBD9-490D-9BF3-5DB8D7D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19882-E807-4D3F-8F4B-2F2E235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CD2F7-1734-4EA1-97D7-177FBAC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Exposure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97D90-78ED-4786-A86C-4FEF8AAF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NodePort/LoadBalancer, permissive ingress, missing NetworkPolicy and unsafe DNS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D4C4E-A4E1-415B-960B-721DCB6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6A24A-094D-47D5-A4F9-134D2B3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60FF9-65AE-4E72-B0AA-3A46A7F6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30EBB-161F-4D58-98F2-CC3A197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Unnecessary Secret mounts, weak etcd/storage protection and broad namespace visibility.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B1380-0FA5-4506-897F-428ED67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360997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987E0-0DCA-4F9C-A17A-415AAE2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36099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6829D-63C2-4F5C-A519-905B1FF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378142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Supply chain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B57A2-7B9A-4B63-9B46-D814DCF8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415290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Vulnerable image, mutable tag, untrusted registry, unsigned artifact and leaked token.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5CFFF-FFA1-4963-9413-906449A2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609975"/>
            <a:ext cx="35750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C84EF-23C7-4A1F-8E8F-FE79667B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6099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79E56-7523-48E7-99F6-4FF5200B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378142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7863A-D4D4-439A-8CFE-35EA618E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4152900"/>
            <a:ext cx="321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Missing audit logs, owner, limits, backup, drift monitoring and remediation deadline.</a:t>
            </a:r>
          </a:p>
        </p:txBody>
      </p:sp>
    </p:spTree>
    <p:extLst>
      <p:ext uri="{BB962C8B-B14F-4D97-AF65-F5344CB8AC3E}">
        <p14:creationId xmlns:p14="http://schemas.microsoft.com/office/powerpoint/2010/main" val="155951202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390D5-BBFA-45E8-8DA5-258F65E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4BB27-3246-460C-8762-B5943917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a4169ca9c4b58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ECDE2-98AA-449C-99A4-2B72D95D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5A91F-2251-4AEC-AC34-8263961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1148C-BAF7-41D2-AE08-F7EECD5B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Workload and Node-Risk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5FE9A-2E77-40E9-83B1-091F02D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Prioritize controls by escape potential and node blast radius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7ECA-0392-48F3-A2B4-F5ADDF7E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D3/D7 · CCSP D3/D4/D5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580DC-A77A-4297-AAB7-BB7B2FF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29 / 44</a:t>
            </a:r>
          </a:p>
        </p:txBody>
      </p:sp>
    </p:spTree>
    <p:extLst>
      <p:ext uri="{BB962C8B-B14F-4D97-AF65-F5344CB8AC3E}">
        <p14:creationId xmlns:p14="http://schemas.microsoft.com/office/powerpoint/2010/main" val="9446779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6636B-0ECB-4288-8158-208F9D8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DCF1-013A-4DEA-AC0D-2F35BC0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Workload 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2FAB5-72B0-449A-A62A-A916AB7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1E747-16A2-4429-B33A-23A3FBE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30 / 44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27a58ba334699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B4C9B-7628-487D-A4BB-A1D3ED7A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D2709-B1FE-44E0-A7B6-1CBA5DB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A1699-AE8B-4E85-A5F4-02EB2BC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C03EB-3D28-4F38-A088-3B3A63C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29ADA-F9A5-47C0-8D38-C16A88CC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30BFE-48E0-445C-9DFB-52FCD140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B843C-16A1-474D-9498-77D0B80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Safer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4F77-2238-49DA-9384-9569E1B3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C4A1A-1037-41BF-B156-CDB733D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privileged: 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ECEE1-CB4D-4D6E-8D0D-7397EF8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7A6C2-FA24-44A3-BF2A-531A10D6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Broad device/kernel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C26C1-D9C7-462F-BD57-770206F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9676D-FCA0-42AE-9740-4A3B657E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Disable; grant only required capabilities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666BF-8B2C-4C18-B949-DC46BE89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C75C8-DFC7-4BFB-8370-CBE2CC5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hostPath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ECB0A-8704-4B59-92AA-1529FA3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4CFB9-DF26-41A4-96A3-91BFCE8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Node filesystem exposure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AF61F-A99C-44E8-8BA4-8EDB14C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708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178FA-4EFA-4022-8A68-0BC5CE46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233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Avoid or tightly restrict path/read-only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11266-DA61-46A9-9ED2-73812F6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6FB7D0-63E2-485C-9419-5CFB914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hostPID/hostNetwork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8952F-93F5-4484-9349-3E6A448E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EFD0A-9352-4DC9-B58C-62609828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Host process/network visibility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A633C0-6F1E-4C31-A41A-DD37309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88179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B8C72-B117-4EA9-99D2-328E73C5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3429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Use isolated pod namespaces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59062-E803-43B8-A686-2010D6B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647BF9-2A16-4DCA-A281-6B837BF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Run as root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06823-4CE2-443C-A605-25CDB9B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8567B-D6D5-44D6-841D-BA1AF193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Higher impact after compromise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4BE97-E826-4304-9983-E4481E07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39268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C2FCF1-B8DF-4C67-BABB-C59D8A22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4518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Enforce non-root UID/GID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5AEB46-3300-47D2-88E1-418E8CB9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E28744-912F-436B-B3F7-DBC0039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Added capabilities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44CC7B-3291-4956-A2CD-012D5C20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DF69B-D13C-43CD-AFB0-163F596D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Expanded kernel operations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0945F-F48A-4B04-A80A-02BB56A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0357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366E8D-2DCE-4588-8BB0-20B6B8B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85607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Drop all; add only required capability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7BF6BE-FB3A-40B7-8C3E-2596FEC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D11641-BBD0-4CBB-AD44-C24EB59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Writable root filesystem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34E16A-A75C-492D-8754-F91EE9D0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515B2-3E0D-419F-B4FE-442FB9CC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Persistence and tampering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FD80D5-0AE6-4FEC-A20A-396BC0CA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144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993AFA-6B5B-4266-A7E6-CFB6421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3669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Read-only root plus explicit writable volumes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C09D59-2926-415A-AA17-83D823A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D55047-7A25-4472-9F09-A4ECB4E1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No limits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AC43D9-FE77-4ADC-8EBD-B9DCA2B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C54A5B-A08F-4349-BDFA-0D6F513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Resource exhaustion/noisy neighbour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A7FF4A-D08B-4F2C-AD3C-9F31B7F9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92536"/>
            <a:ext cx="3695700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CDF9B4-6ECE-444C-89DA-FA21C4B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87786"/>
            <a:ext cx="3505200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Requests, limits and quotas</a:t>
            </a:r>
          </a:p>
        </p:txBody>
      </p:sp>
    </p:spTree>
    <p:extLst>
      <p:ext uri="{BB962C8B-B14F-4D97-AF65-F5344CB8AC3E}">
        <p14:creationId xmlns:p14="http://schemas.microsoft.com/office/powerpoint/2010/main" val="19963842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3B97CF-C1C3-4A8D-B693-C24BB748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049ED-D9D0-4747-A839-2E6CF4C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K7 Exercise: Prioritize the Manifests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FABDF-30D2-4B05-9996-52AD518A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7526D-68B3-4DF7-A7A0-1DF9A30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31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8581e79c8416d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E2119-4C32-4593-9631-C401EC8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D6F4-8E40-4BD9-97E9-75F2160A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6A4BD-67AD-4FB3-8DDB-E3640A72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Can the workload reach host resources?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08143-AD5B-4A89-82B5-8D1C9F8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AB20E-2102-4E75-9B09-BC174C53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Can it influence other workloads or namespaces?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8D39A-D81C-4CA3-993D-409279D4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A3487-B877-4D30-A6F9-2089D23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Which service account and secrets are available?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91AAD-A551-4E0C-A7C5-5FF314F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CEA1D-8F3A-4AA1-9708-6696600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Is the service externally reachable?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65845-DC33-44E7-B8C2-097FA1A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B430A-3156-4250-9FB6-F46CD96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Is the image trusted and reproducible?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5F77F-3FA5-4FC6-B2E9-4CDF4E60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C25C9-C826-48B7-9F1A-DEE7BDF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What evidence proves the risk and the fix?</a:t>
            </a:r>
          </a:p>
        </p:txBody>
      </p:sp>
    </p:spTree>
    <p:extLst>
      <p:ext uri="{BB962C8B-B14F-4D97-AF65-F5344CB8AC3E}">
        <p14:creationId xmlns:p14="http://schemas.microsoft.com/office/powerpoint/2010/main" val="198502360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F8FFF-5481-4222-9400-A7AC05A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AE1D7-E121-4600-A060-51EA721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6b8778778458c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7AEB5-F497-4593-B855-9B6369F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2F88-B839-46F2-B42F-AFF9F91F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456D2-A920-4EEC-BB7E-A441D3E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RBAC, Network and Secret Attack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43141-5A53-419B-9CA8-680656A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Connect service exposure to identity and cluster 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8D0CC-1630-475F-82C5-D185EE3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D2/D4/D5 · CCSP D2/D3/D5 · 60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71202-06FC-479A-B89A-47ADFC15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32 / 44</a:t>
            </a:r>
          </a:p>
        </p:txBody>
      </p:sp>
    </p:spTree>
    <p:extLst>
      <p:ext uri="{BB962C8B-B14F-4D97-AF65-F5344CB8AC3E}">
        <p14:creationId xmlns:p14="http://schemas.microsoft.com/office/powerpoint/2010/main" val="15321315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94837-7EED-4C7D-9FD9-CF10096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9EC54-24A1-4E5D-B6E8-88C9A1B2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Attack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6E0C7-6648-46E6-9002-41E4E7D8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8ED97-928A-4655-B020-8FE3C667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33 / 44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87f18e3574085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CFCAD-3726-423C-BCD9-477DC0B3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B06B6-8F94-49FF-A878-B3040DA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C4B25-40F5-4F98-BBB8-57D36A7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F51DA-C3A8-4EB4-9F96-BA70F3A4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Exposed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2B91F-E930-4840-8C0A-30E620A2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Internet or broad internal reachability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91AE3-407F-4F78-9B3D-F41977FF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CB33A-89EC-4F70-8806-CD41D68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67312-2F04-42BC-A0D3-E31A4C5D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EA2E1-43E4-484C-BDD2-9DEE2D8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Workload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C9A00-3F53-4E93-9B20-3AD76557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Application weakness or unsafe runtime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F0ACC-DF71-42D4-A681-1C71D47F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277E6-C1BA-4DDF-AAF4-65F827B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98E73-6A47-4AD1-8075-8C611FC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0A0F0-C1EB-4A21-84A6-25903B0F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Service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DCC8D-70BD-4B83-B161-F869619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Mounted token and effective RBAC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C09DE-BDEE-4E7C-A896-294B2C9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E8AE5-3A23-40F8-9480-C8AB33AA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C6D77-9612-4D48-A940-F49192C2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B6089-B2C4-4612-B854-D917E553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Cluster/data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6766C-6BF8-40AA-BF84-5A6EA0A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Secrets, workloads, RBAC or node resource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AE5D1-9046-405C-BF55-4968E7A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A77CF-F72D-42F8-B006-27CC757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0964A-42EC-4F8D-9F14-9005912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63452-4744-45DB-A11C-A2A8AE5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CB639-4FA2-47EA-B53A-8786EECD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Cross-namespace access, persistence or data disclosure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653111-0209-47C8-B1C1-34E370D0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63AF7-02D4-4E76-A403-9FEB3352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Break the path with exposure control, workload hardening, least-privilege RBAC, secret minimization and audit evidence.</a:t>
            </a:r>
          </a:p>
        </p:txBody>
      </p:sp>
    </p:spTree>
    <p:extLst>
      <p:ext uri="{BB962C8B-B14F-4D97-AF65-F5344CB8AC3E}">
        <p14:creationId xmlns:p14="http://schemas.microsoft.com/office/powerpoint/2010/main" val="17312073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74430-801B-4570-A8B4-9A04A2F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8B31F-A488-4275-98CA-7B04CD21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fd2226bb0482c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292F1-7766-44DD-8DCB-C66F214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926E7-B5EA-4219-86FD-F4DFB5F3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7CEDA-99A8-406B-A938-3D56CF3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Supply Chain and IaC Drift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A2A38-B0D3-40F1-B391-AD6DE780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Prove that the running cluster matches reviewed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0F67E-2157-4783-B447-AC2109D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D6/D8 · CCSP D3/D4/D5 · 75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A060F-8ADF-49DD-B084-C76FE1D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34 / 44</a:t>
            </a:r>
          </a:p>
        </p:txBody>
      </p:sp>
    </p:spTree>
    <p:extLst>
      <p:ext uri="{BB962C8B-B14F-4D97-AF65-F5344CB8AC3E}">
        <p14:creationId xmlns:p14="http://schemas.microsoft.com/office/powerpoint/2010/main" val="17488851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967E7-E6D0-4FA9-9080-41988BA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E578B-480B-41BD-B004-A878D8C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Repository-to-Runtime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31D6D-C2F4-44A6-849A-5E9B006A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D2D60-6369-40F1-85B8-8B8743E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35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ba83f92a748fc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9DD75-500B-4F07-A972-5F6D082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E6759-1B08-4686-90D2-B736EAF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55758-2F8A-432F-8654-DA1BFFBE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BB1FB-99E6-4F33-BA86-7A7331E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Source/IaC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E1FCB-F2FA-4CD9-BEE5-D030D08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Dockerfile, manifest, Helm/Kustomize or Terraform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19D01-12D8-401B-BCF9-5E127E3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36FCF-80F4-485E-B123-E55238E0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5E986-82D8-4DE4-AA8F-AFAAD936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8EE1A-77F8-4E32-8231-29CD416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DA37A-9BBE-4265-93FD-C3C686DF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Build, scan, sign, attest and 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BCE65-F1DB-47E8-BABD-A82FFB1C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1B377-0E92-4CBC-9571-7A779EA1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88824-8AB8-4F56-B315-90E2477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D77D0-02B6-4BA0-812D-A0C1D2E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Admission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11762-6B80-4D8B-BA32-EDD074A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 image, identity, policy and labels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17B41-376B-46E2-9A33-007726E1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34EBA-32AB-4755-834C-5B8C3600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5CE98-1721-495D-AC92-449D7EA2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40326-C168-4FC6-BA01-912DEB9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Live cluster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C547B-0393-430B-994B-008C8479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Actual object, image digest, RBAC and exposure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EB4E3-2897-4742-A7EB-3E93353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32F78-189A-43AF-9013-A999D52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56675-8496-401C-B8CD-2185990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CDB0D-D84F-465A-B5B3-83B57642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Drift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1B185-FF44-4592-8373-D0FD1B7B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Expected versus observed field and owner</a:t>
            </a:r>
          </a:p>
        </p:txBody>
      </p:sp>
    </p:spTree>
    <p:extLst>
      <p:ext uri="{BB962C8B-B14F-4D97-AF65-F5344CB8AC3E}">
        <p14:creationId xmlns:p14="http://schemas.microsoft.com/office/powerpoint/2010/main" val="614937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25483-3717-4799-97EB-3276BC1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B3EF7-9D60-4520-90B1-2D591ECE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K9 Exercise: Compare IaC and Live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1329-5953-4802-BDAC-5AC4E56D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29FA6-E3EA-4497-B556-72A4673E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36 / 44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3c94333d74079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DC527-F216-485E-AFA8-F4FAB63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A98FE-38A0-41CD-B5AB-7F03604B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90073-6B2F-4F38-9665-3F95A0B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Image tag/digest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CC1C-669B-4DDA-BB10-D3D5FDF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0A3CD-0A12-49E1-800A-CE89A78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Security context and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3A535-228C-4341-866F-BCD595D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C9BBC-E5CD-465C-B6D2-5E6A20EE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Service account and token auto-mount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3ED9F-533E-4E3A-83BE-F2872CE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0AE07-2D7A-43BA-93FF-658531F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Service type and 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9B819-7291-48B6-A425-6C9F21A0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B3983-71F6-48A4-BEF1-C3E0EBED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NetworkPolicy presence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5138C-9410-4527-BB94-9C00D0E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0D65B-BF67-457F-B1A0-202B813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Secret/configuration 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8965F-98D1-4420-B7DF-7F345BA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26EE1-EAC5-4E54-A935-BDA6DE5A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Labels, owner and environment</a:t>
            </a:r>
          </a:p>
        </p:txBody>
      </p:sp>
    </p:spTree>
    <p:extLst>
      <p:ext uri="{BB962C8B-B14F-4D97-AF65-F5344CB8AC3E}">
        <p14:creationId xmlns:p14="http://schemas.microsoft.com/office/powerpoint/2010/main" val="58703835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E843C-3876-4E47-AB3C-0A6B26F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FE18F-256E-4F50-9EDA-DCD0401A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1bbc3078b4488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D8ED7-5907-4756-AB83-452ADA85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3BD8-B212-412C-A725-6B9309C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K10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0211D-1A79-4424-BACD-2501A26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How CloudGuard Helps 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D9C70-2A5D-42AA-BD15-6045A6BD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Connect through kubeconfig, scan live state and map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4AB48-BACF-49A7-9BD1-0CD0B6B3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CISSP D6/D7 · CCSP D3/D5/D6 · 45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5F749-D7E0-4B3E-BC5B-0A670C3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37 / 44</a:t>
            </a:r>
          </a:p>
        </p:txBody>
      </p:sp>
    </p:spTree>
    <p:extLst>
      <p:ext uri="{BB962C8B-B14F-4D97-AF65-F5344CB8AC3E}">
        <p14:creationId xmlns:p14="http://schemas.microsoft.com/office/powerpoint/2010/main" val="16765802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7E2F9-709B-40D0-8D1C-3E9B8204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31F85-9861-4C37-89D4-62F7EF2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CloudGuard Kubernetes Scanner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00710-028F-4074-8FE6-39E9E6B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BB4CF-1888-4C96-8BF3-107E429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38 / 44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27d4c210644e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EE71B-88A2-47CC-A556-DA5210F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0D64-83D9-4F47-A647-D95883F3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0F762-E638-4050-A099-492B090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7672B-E470-4569-9AC9-0152A631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D55B5-9CE0-40CD-9DF6-C4961F5E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DDE63-698A-4DBD-A3A3-482F3621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EE59D-7FB8-4DE6-B45F-F571C4AB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8C577-FF60-4D4B-A370-8DBFA11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DFCBC-E6B2-4BBC-A38C-AEE55E7B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EE407-8B34-4076-B50D-F1AAEDD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E41C2-2518-4691-A00D-61605BF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Pods, services, namespaces, deployments, jobs and cronjobs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67FA8-5FB7-41BE-9015-11F6B11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3A47B-9852-4851-B5F3-BE072EC9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Tenant/cluster asset inventory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1F717-2BE1-4FC9-A4A0-1A46942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CD3C7-1155-4161-B859-F0DD3727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Workloads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32055-4A5D-4A9C-8A89-97CF30DA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5B4D5-84BE-4E5F-B3BB-017467D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Privilege, host settings, capabilities, root, mounts and secrets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894F3-E1CE-479A-B09E-A43A32CC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8FB61-C2BF-4BA6-9F16-21ACE3B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Workload-risk findings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35E5A-04DA-4278-A9FA-7C99BBB2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17B25-C28C-4D35-B9C6-F9CA99D3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24BEF-6CBF-4E9B-A91A-B7DB86B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F6748-18BC-4555-92BF-76DAA7F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RoleBindings and ClusterRoleBindings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D3B4C-FDE7-445D-8101-EC08F5B2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AD3D9-CF8D-4CF4-86AD-F2DD22B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Effective access and broad binding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F423E3-3F4A-4ECD-8587-AB1E2136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32D94-856D-43C6-AC4A-E196ED2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FA425-AFEA-46FA-B765-6CED9A37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603BC-3318-40D9-9E42-E22F0D53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NodePort/LoadBalancer and NetworkPolicy coverage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2EEDD-3192-4463-BFFD-0621A40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718108-EA3E-46D1-87AA-8ABA5EE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Exposure and segmentation findings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F60F6A-8050-45D2-B80F-D20318F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453741-C27F-4F17-A004-919E674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IaC drift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C05AF2-E3B2-4364-9BD0-EB4F45D5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DE0227-284F-4100-A79C-3632DF9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Live resources compared with Kubernetes manifests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AEA43E-D78B-4FF4-81E0-E215953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1FC46B-1415-4459-9AED-A83CA77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Expected-versus-observed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95A1F8-02B7-4295-9EDA-EFCF4A9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603447-BEC7-4973-8B77-14D768C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Managed context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1215B4-BD6C-4800-942F-5DF25BE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79FF7B-B63B-4DD6-8FDB-AEAB198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EKS/GKE/AKS metadata when cloud credentials exist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17BFEE-A52C-4CC3-8943-E686B2E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263316-BF52-41C3-9A60-B94B82E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Provider/cluster enrichment</a:t>
            </a:r>
          </a:p>
        </p:txBody>
      </p:sp>
    </p:spTree>
    <p:extLst>
      <p:ext uri="{BB962C8B-B14F-4D97-AF65-F5344CB8AC3E}">
        <p14:creationId xmlns:p14="http://schemas.microsoft.com/office/powerpoint/2010/main" val="8033707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7EA08-FA1D-46BB-8C13-C3291B0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CDB09-6FFC-4B6C-93F7-18F9FC6D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Evidence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6BC2B-A428-41FE-98BD-7C6BEF6F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5723D-55A4-4180-94C3-9C5D597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39 / 44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ecfa302dd464a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E44A6-DC6C-405F-B78B-C568B84E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73A88-5883-4518-A239-9D1E68C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3B513-E454-4CE6-9658-FCC5AB7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2B2D2-16EC-4123-975E-4771F86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Kubeconfig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31E5A-4873-4F9D-8158-A856F6BA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Validated credential reference and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E090F-A30F-45BD-B857-8DE2871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9A136-E31E-4412-BC09-1BAFA3BC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F5A0D-895E-4ACF-BCB0-C76C0A0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13B79-413E-4461-B0BA-A1D9D207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Scan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34B78-7266-4C72-BC9B-FF1DD9D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Provider=kubernetes and tenant lineage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5FFFC-AC14-4647-B56F-C79EFB0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D03EB-40BC-449A-AE2D-442C5F5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106E9-C378-49D1-A318-F6298EE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497A5-D14B-4D52-98A4-99BD0CB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Live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09D23-5505-4CD9-A3D1-C176507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Core, apps, batch, RBAC and networking objects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75C58-79A7-4B38-973C-481A249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394FB-F269-4D5F-964D-708E93F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FF4C2-F08A-4219-92D2-49735E23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BC769-2E50-4348-95E8-1F37667D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2A39D-216F-4CD6-88FF-E9A70D4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Raw object reference plus normalized finding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A5622-39C5-4CA7-9475-55A7477F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1A994-DCDE-45B4-AB96-6CA146C4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A35EE-CD05-4E53-968C-633CCB2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3410F-FD60-4E4C-A62E-8ACBBF9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GRC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22162-8D27-4177-8603-F3FBC39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Control, owner, remediation, rescan and closure</a:t>
            </a:r>
          </a:p>
        </p:txBody>
      </p:sp>
    </p:spTree>
    <p:extLst>
      <p:ext uri="{BB962C8B-B14F-4D97-AF65-F5344CB8AC3E}">
        <p14:creationId xmlns:p14="http://schemas.microsoft.com/office/powerpoint/2010/main" val="13650929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23E67-B641-4B1F-9512-251A894C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260B-47D7-47DF-AB4B-DAEB8FA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K10 Exercise: Scan and Prove One 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F5380-E992-4A0A-A1B7-ECD9FB64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88D24-F664-410F-AF69-BBE1DA1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40 / 44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b55626ab94c2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5A15-9BC2-44F8-9A01-10379B3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E617B-80A1-443A-B40A-72313D5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91A6B-BF6B-4E60-A6D4-74D5CE1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Validate the assigned kubeconfig and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E53D4-8632-4749-8E0E-3EC7D40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B4943-FDB2-40B8-8546-E7F085A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Start a Kubernetes scan job.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79675-9685-42D7-9AA6-B25343B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8FAB6-46D5-4E8D-817E-91AEB56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Review workload, service, RBAC and NetworkPolicy findings.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9F7D8-6ED0-49C6-8AFB-E537BC0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3CBB7-470D-4E13-9EA5-580B6EE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Compare one object with its IaC manifest.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74FA5-2893-4609-B2F7-CED6E0B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4B2BD-B7EC-4994-B60A-1364CFB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Select the highest-risk connected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D1F44-8CF5-4F2D-8011-B6F7FFFB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878FB-964B-4254-910F-D648C8A3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Apply an approved remediation.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3B0E8-C994-4639-AC97-3083235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76DAC-5F53-4348-8ACA-4A7008A9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Rescan and attach closure evidence to the control.</a:t>
            </a:r>
          </a:p>
        </p:txBody>
      </p:sp>
    </p:spTree>
    <p:extLst>
      <p:ext uri="{BB962C8B-B14F-4D97-AF65-F5344CB8AC3E}">
        <p14:creationId xmlns:p14="http://schemas.microsoft.com/office/powerpoint/2010/main" val="2346721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85E2B-3F7E-4F88-BAD5-B42F473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3D07-9346-4519-8646-696BA68D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Hardening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1378B-394A-47F0-BC47-1EF938E5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D6FA-325B-4014-9ED6-4C62532D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41 / 44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18f4fd702426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54F19-5ACE-4D52-86F9-C86A516B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394B1-A0BD-4325-93E9-A3209C6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88BE2-57C1-45D8-B511-6F815FE4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1D41F-A1FF-4700-ABA8-DD755A31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Prevent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022AE-EE2A-44F7-B5CA-7BA2E246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Secure templates, trusted images, admission policy, least privilege and default-deny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CB6E8-447D-4439-8D05-05484DD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AECBF-426A-46C2-A840-92D3A50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50EA4-9A64-4E46-A6D4-2DF79685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Detect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E618D-580B-43B1-A899-9E0258DA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IaC scan, image scan, live-cluster scan, audit logs, runtime monitoring and drift.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38C0B-0A9E-44E7-A34E-E45B729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BCA2A-E8DE-49DB-8800-4C70B0B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CEEFA-5C70-4702-B248-82F1CB85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1C518-10F7-4457-AFD2-E199DC4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Contain workload, rotate identity/secret, remove exposure and restore reviewed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78A74-D699-4580-8C2F-2D70946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150BB-0548-4A1F-9F86-63454CE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D05D7-D65F-4E71-B03F-09B5F840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BE8FB-5109-42DF-916D-FC0FCE3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Manifest diff, live object, scan job, evidence hash, owner, due date and rescan.</a:t>
            </a:r>
          </a:p>
        </p:txBody>
      </p:sp>
    </p:spTree>
    <p:extLst>
      <p:ext uri="{BB962C8B-B14F-4D97-AF65-F5344CB8AC3E}">
        <p14:creationId xmlns:p14="http://schemas.microsoft.com/office/powerpoint/2010/main" val="13609028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F2A93-C83D-4351-B2AD-E9E19A0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A3DD5-3746-4678-9077-B12941B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K11 Kubernetes 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ED3F4-7BA9-482D-8A03-544D667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939B2-6D1E-4EEE-B16B-9271E20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42 / 44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b2753acb43b6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492A-4921-4DC0-9FE8-3AB0CC0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684C6-D192-43E1-88F8-FCE73BD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31C9-1420-41BC-9AAF-EA576D3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the highest-risk cluster attack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577E5-7A9A-4F38-9C33-64079D23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6065A-09CF-45AA-8DEE-057030D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Validate it through live objects and effective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487A9-8AA3-4891-AF5D-61E0B9B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4B5A7-3710-43CF-8EAB-7AFD7D1C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Run the CloudGuard Kubernetes scanner.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B2DF2-52DC-4957-837B-95E260C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E58B2-DB1A-43D6-B628-3498F5D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Reconcile scanner findings and IaC drift.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010BE-405B-4728-BA56-3A08D976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2C64B-8D50-4F19-A5E3-5D31099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Map controls, owners and remediation.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7BC8D-33F2-44D7-A5C8-AE940113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100E1-2D80-4081-B81A-01B8A0B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Remediate selected findings and prove closure through rescan.</a:t>
            </a:r>
          </a:p>
        </p:txBody>
      </p:sp>
    </p:spTree>
    <p:extLst>
      <p:ext uri="{BB962C8B-B14F-4D97-AF65-F5344CB8AC3E}">
        <p14:creationId xmlns:p14="http://schemas.microsoft.com/office/powerpoint/2010/main" val="210221259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B9255-F5A2-4F9C-911D-FCEC867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EA875-BC2E-4894-8583-8D5A3A3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Official Mapping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24B10-6374-4698-9C9B-F2C204BF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C9DF7-E9F9-43D7-87F5-16EC94E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43 / 44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989a2ad454422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FB757-EB8B-43FF-823C-9EEEA33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2BE3F-C1A3-47A3-AAE3-9486F44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2B81D-D122-4CBE-AA0E-98CBFFEA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ISC2 CISSP Exam Outline, effective 15 April 2024: isc2.org/certifications/cissp/cissp-certification-exam-outline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2570B-084C-4BB3-AA31-E53395A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9551F-0EBB-4D5C-BA12-35E1317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ISC2 CCSP Exam Outline and announced 1 August 2026 revision: isc2.org/certifications/ccsp/ccsp-certification-exam-outline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AB95-B2BA-46AA-AFD1-E04316F8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31441-B921-4E2F-8F97-6E5F896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DeepTrustxAI official logo: deeptrustxai.com/images/darkmode.png</a:t>
            </a:r>
          </a:p>
        </p:txBody>
      </p:sp>
    </p:spTree>
    <p:extLst>
      <p:ext uri="{BB962C8B-B14F-4D97-AF65-F5344CB8AC3E}">
        <p14:creationId xmlns:p14="http://schemas.microsoft.com/office/powerpoint/2010/main" val="105937806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AD5C4-C5E1-4556-989D-8246230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8C10F-653F-4694-A413-51F28E5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44cdd5eff4f17"/>
          <a:stretch xmlns:a="http://schemas.openxmlformats.org/drawingml/2006/main"/>
        </p:blipFill>
        <p:spPr>
          <a:xfrm xmlns:a="http://schemas.openxmlformats.org/drawingml/2006/main">
            <a:off x="628650" y="552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6E56A-315C-4E1C-ADED-B16D32A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7042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69ED0-17C9-4D91-AA92-3EB39500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Understand the Cluster. Find the Path. Prove the Fix.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26286-B213-481E-927E-5D1C5461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CloudGuard connects Kubernetes live state and IaC drift to tenant-safe evidence, controls and remediation.</a:t>
            </a:r>
          </a:p>
        </p:txBody>
      </p:sp>
    </p:spTree>
    <p:extLst>
      <p:ext uri="{BB962C8B-B14F-4D97-AF65-F5344CB8AC3E}">
        <p14:creationId xmlns:p14="http://schemas.microsoft.com/office/powerpoint/2010/main" val="486321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2026-06-20T07:17:49.1150000Z</dcterms:created>
  <dcterms:modified xsi:type="dcterms:W3CDTF">2026-06-20T07:17:49.1150000Z</dcterms:modified>
</coreProperties>
</file>